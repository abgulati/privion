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4216E-C721-46CC-80BB-96669BEBACD1}" v="7" dt="2024-08-21T18:11:17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eek Gulati" userId="ba09a449634813ec" providerId="LiveId" clId="{4054216E-C721-46CC-80BB-96669BEBACD1}"/>
    <pc:docChg chg="undo custSel addSld modSld">
      <pc:chgData name="Abheek Gulati" userId="ba09a449634813ec" providerId="LiveId" clId="{4054216E-C721-46CC-80BB-96669BEBACD1}" dt="2024-08-21T18:11:17.987" v="1178"/>
      <pc:docMkLst>
        <pc:docMk/>
      </pc:docMkLst>
      <pc:sldChg chg="modSp mod modAnim">
        <pc:chgData name="Abheek Gulati" userId="ba09a449634813ec" providerId="LiveId" clId="{4054216E-C721-46CC-80BB-96669BEBACD1}" dt="2024-08-21T18:10:51.718" v="1174"/>
        <pc:sldMkLst>
          <pc:docMk/>
          <pc:sldMk cId="3727791233" sldId="256"/>
        </pc:sldMkLst>
        <pc:spChg chg="mod">
          <ac:chgData name="Abheek Gulati" userId="ba09a449634813ec" providerId="LiveId" clId="{4054216E-C721-46CC-80BB-96669BEBACD1}" dt="2024-08-21T17:58:57.863" v="348" actId="20577"/>
          <ac:spMkLst>
            <pc:docMk/>
            <pc:sldMk cId="3727791233" sldId="256"/>
            <ac:spMk id="3" creationId="{CA30A7A9-92EB-BD31-6531-8B5B7355B144}"/>
          </ac:spMkLst>
        </pc:spChg>
      </pc:sldChg>
      <pc:sldChg chg="modSp add mod modAnim">
        <pc:chgData name="Abheek Gulati" userId="ba09a449634813ec" providerId="LiveId" clId="{4054216E-C721-46CC-80BB-96669BEBACD1}" dt="2024-08-21T18:11:17.987" v="1178"/>
        <pc:sldMkLst>
          <pc:docMk/>
          <pc:sldMk cId="1954940489" sldId="257"/>
        </pc:sldMkLst>
        <pc:spChg chg="mod">
          <ac:chgData name="Abheek Gulati" userId="ba09a449634813ec" providerId="LiveId" clId="{4054216E-C721-46CC-80BB-96669BEBACD1}" dt="2024-08-21T17:59:29.024" v="401" actId="20577"/>
          <ac:spMkLst>
            <pc:docMk/>
            <pc:sldMk cId="1954940489" sldId="257"/>
            <ac:spMk id="2" creationId="{7C9E826D-8289-C472-B3B7-B255DBB65A09}"/>
          </ac:spMkLst>
        </pc:spChg>
        <pc:spChg chg="mod">
          <ac:chgData name="Abheek Gulati" userId="ba09a449634813ec" providerId="LiveId" clId="{4054216E-C721-46CC-80BB-96669BEBACD1}" dt="2024-08-21T18:05:35.581" v="1171" actId="20577"/>
          <ac:spMkLst>
            <pc:docMk/>
            <pc:sldMk cId="1954940489" sldId="257"/>
            <ac:spMk id="3" creationId="{CA30A7A9-92EB-BD31-6531-8B5B7355B1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B09A-1F80-7425-530A-E5ACFC842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A70AA-2BA1-B422-F32A-03B46173C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09F87-5D07-F99A-63AA-A5F4E05F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3A355-F71B-206B-28DE-958426E1F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1F56-D659-0557-A694-0C4BF258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9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CD3D-C6AD-4644-B49D-F7257543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056A-6BB6-1F71-C2C6-B51C736F0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3E16C-538E-E208-BE33-25F7729C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5C1BA-948B-9433-AFA1-54A61367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F65D-8F4E-BC8F-F4DE-04E8CEF1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9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0A6-BB74-9C16-63D9-24DF7E68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62B61-2D49-2B48-1253-9EDBC117D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A7B0A-F226-734D-9B88-BBBE4DC2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D0B25-54C3-9808-3BA9-538F0410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DAD11-A7DD-B009-E50D-FA5E0EF8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24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82F9-2D91-FAC5-9D07-325BC382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05985-872E-8370-4464-0AB1CE83C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7FB28-BDF1-1D51-DC47-C031C763C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6A935-D0B2-1460-C08E-34A333C73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BAC89-18AA-4C26-A26A-5298D177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92A82-388E-444A-A283-4A42AC49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2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32D9-AC56-89B5-2575-0F7F22715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D3C9-95A5-84C9-55C4-9BA244A8D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548FB-C3C3-0C4A-B3AC-DCF0DE51F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B148F-DBBC-E31A-971A-91D825C3D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2E05E-98B9-0FBD-90B6-51F0353B9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5A947-B942-DB69-7BD5-3F0876D5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1130B-5916-1457-3A30-B616C014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9E09-7E62-3BDF-DC19-B9A53115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8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66C4-0425-EDA2-EC47-A2788209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341FD-4650-BD32-1608-17E4EB74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44FB2-EE28-17DD-D5E6-7864B594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07079-CAEF-09BF-1F1F-7D888501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9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D318A-FD21-4B86-773A-26A4B401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635F2-9632-F1BE-101A-420CC933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B94D5-A4D8-327F-CE0E-6586ED5AE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2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D50E-FFBE-6AD1-8C52-B1F2C0A5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43780-D397-1DC5-EFAC-CD0B61296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A8A74-7A19-30D8-6116-A6BC891AA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B39C6-E4C0-29B1-7C8F-C7164407F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A01AB-8846-B4BE-6C0E-8CAFE3B0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3F5AC-F985-6534-F6F9-CE12B8C1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9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920F-11B6-D345-5B03-5F849CBBE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CAA01-0C91-A697-3D01-A509C5DF6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FB2D5-4B07-CAE2-A631-9BD66C6BF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8B278-2F1B-A1FC-63DB-60DE65CD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C1AF0-4501-BC1E-DA50-A74CC222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FE41D-D907-2FC3-D474-906CCB6F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7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5736-2A94-E271-CCB7-FDDD16D1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FFBF2-BB39-EF06-93CA-AA2AEAD33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6CD5C-F845-4ACA-B0A0-D227E454E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0B4AD-D67C-BAE5-0D4F-ED65A20F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D1E5F-BF8A-A76E-4387-2BEFDC2E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5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3DD1B-99BC-BB1D-4CE1-B67BCDAD4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957C0-6049-87B3-2E5D-63AEF07F8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D4953-D92B-CA81-C024-B4D9D127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F2BE6-FEFD-5042-306E-AA0A5135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2BC3B-ED67-6048-5395-3C25EC939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6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5C02F-95DF-E5A5-31DC-196FBB25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65F8-C05B-3D55-60D4-DEF333317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76C5B-EB7A-77ED-3C50-6ACFF800B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3E11-61C5-4D3D-ADE8-569266B894C7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EC469-BDAC-9285-AE8B-61242871F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C6454-7FB0-48C9-4D2B-367E92263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256CC-363A-42BA-83A5-360C8D31B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1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826D-8289-C472-B3B7-B255DBB65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237" y="308123"/>
            <a:ext cx="10767526" cy="883719"/>
          </a:xfrm>
        </p:spPr>
        <p:txBody>
          <a:bodyPr>
            <a:noAutofit/>
          </a:bodyPr>
          <a:lstStyle/>
          <a:p>
            <a:r>
              <a:rPr lang="en-US" sz="4800" dirty="0"/>
              <a:t>LARS has continued to Improve and Evolve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0A7A9-92EB-BD31-6531-8B5B735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984" y="1488443"/>
            <a:ext cx="11318032" cy="4119255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Google Drive Integration – Load documents and folders located in Google Drive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Works for any Google account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Filter, sort, and synchronize documents right from within the LARS application interface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Support for new LLMs – Mistral Nemo, Llama-3.1, Google Gemma2, DeepSeek v2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Improved citation accuracy via major updates and refinements to backend server: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The LLM can now incorporate and specify document names &amp; page-numbers in the response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“Re-ranking” &amp; filtering of citations by specialized AI models resulting in higher accuracy LLM-generated responses and page-number citations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User experience enhancements: Tabbed browser for citation documents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Deployment and maintenance made easier: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Major refactoring to Python &amp; JavaScript codebases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Deployment enhancements for Docker container infrastructure environments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A4502E99-CBE9-9DEC-CBEB-35D8DA4C3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410" y="5962757"/>
            <a:ext cx="1739590" cy="93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9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826D-8289-C472-B3B7-B255DBB65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237" y="308123"/>
            <a:ext cx="10767526" cy="883719"/>
          </a:xfrm>
        </p:spPr>
        <p:txBody>
          <a:bodyPr>
            <a:noAutofit/>
          </a:bodyPr>
          <a:lstStyle/>
          <a:p>
            <a:r>
              <a:rPr lang="en-US" sz="4800" dirty="0"/>
              <a:t>Major Feature Incoming: New LLM Server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0A7A9-92EB-BD31-6531-8B5B735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984" y="1488443"/>
            <a:ext cx="11318032" cy="4119255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Significantly eases LARS installation – no more LLM-server specific compilation &amp; setup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Run new LLMs the day they’re released – addresses major pain-point with current LLM server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No longer necessitates: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Manually downloading LLMs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Converting LLMs to a specific, specialized format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Selecting prompt-templates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Manual updates to LARS to support new model architectures and prompt-templates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Significantly eases deployment, maintenance and portability of LARS while enabling greater flexibility</a:t>
            </a:r>
          </a:p>
        </p:txBody>
      </p:sp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A4502E99-CBE9-9DEC-CBEB-35D8DA4C3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410" y="5962757"/>
            <a:ext cx="1739590" cy="93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4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203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LARS has continued to Improve and Evolve</vt:lpstr>
      <vt:lpstr>Major Feature Incoming: New LLM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Abheek Gulati</dc:creator>
  <cp:lastModifiedBy>Abheek Gulati</cp:lastModifiedBy>
  <cp:revision>1</cp:revision>
  <dcterms:created xsi:type="dcterms:W3CDTF">2024-08-21T17:42:46Z</dcterms:created>
  <dcterms:modified xsi:type="dcterms:W3CDTF">2024-08-21T18:11:19Z</dcterms:modified>
</cp:coreProperties>
</file>