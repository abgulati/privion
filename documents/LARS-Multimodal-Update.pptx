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B54A94-B78C-4006-A489-C17A3EC4CBD4}" v="13" dt="2024-10-02T16:59:27.9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77" autoAdjust="0"/>
    <p:restoredTop sz="94660"/>
  </p:normalViewPr>
  <p:slideViewPr>
    <p:cSldViewPr snapToGrid="0">
      <p:cViewPr>
        <p:scale>
          <a:sx n="100" d="100"/>
          <a:sy n="100" d="100"/>
        </p:scale>
        <p:origin x="3948" y="1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eek Gulati" userId="ba09a449634813ec" providerId="LiveId" clId="{6AB54A94-B78C-4006-A489-C17A3EC4CBD4}"/>
    <pc:docChg chg="undo custSel addSld delSld modSld sldOrd">
      <pc:chgData name="Abheek Gulati" userId="ba09a449634813ec" providerId="LiveId" clId="{6AB54A94-B78C-4006-A489-C17A3EC4CBD4}" dt="2024-10-02T17:00:23.099" v="402" actId="26606"/>
      <pc:docMkLst>
        <pc:docMk/>
      </pc:docMkLst>
      <pc:sldChg chg="addSp delSp modSp mod setBg">
        <pc:chgData name="Abheek Gulati" userId="ba09a449634813ec" providerId="LiveId" clId="{6AB54A94-B78C-4006-A489-C17A3EC4CBD4}" dt="2024-10-02T07:51:26.551" v="89" actId="20577"/>
        <pc:sldMkLst>
          <pc:docMk/>
          <pc:sldMk cId="83055709" sldId="256"/>
        </pc:sldMkLst>
        <pc:spChg chg="mod ord">
          <ac:chgData name="Abheek Gulati" userId="ba09a449634813ec" providerId="LiveId" clId="{6AB54A94-B78C-4006-A489-C17A3EC4CBD4}" dt="2024-10-02T07:51:26.551" v="89" actId="20577"/>
          <ac:spMkLst>
            <pc:docMk/>
            <pc:sldMk cId="83055709" sldId="256"/>
            <ac:spMk id="3" creationId="{90D9B860-FDA0-6161-B85F-B28AA5F1451F}"/>
          </ac:spMkLst>
        </pc:spChg>
        <pc:spChg chg="add del">
          <ac:chgData name="Abheek Gulati" userId="ba09a449634813ec" providerId="LiveId" clId="{6AB54A94-B78C-4006-A489-C17A3EC4CBD4}" dt="2024-10-02T07:49:34.856" v="8" actId="26606"/>
          <ac:spMkLst>
            <pc:docMk/>
            <pc:sldMk cId="83055709" sldId="256"/>
            <ac:spMk id="10" creationId="{8D0D6D3E-D7F9-4591-9CA9-DDF4DB1F73DA}"/>
          </ac:spMkLst>
        </pc:spChg>
        <pc:spChg chg="add del">
          <ac:chgData name="Abheek Gulati" userId="ba09a449634813ec" providerId="LiveId" clId="{6AB54A94-B78C-4006-A489-C17A3EC4CBD4}" dt="2024-10-02T07:49:34.856" v="8" actId="26606"/>
          <ac:spMkLst>
            <pc:docMk/>
            <pc:sldMk cId="83055709" sldId="256"/>
            <ac:spMk id="12" creationId="{C4C9F2B0-1044-46EB-8AEB-C3BFFDE6C2CC}"/>
          </ac:spMkLst>
        </pc:spChg>
        <pc:spChg chg="add del">
          <ac:chgData name="Abheek Gulati" userId="ba09a449634813ec" providerId="LiveId" clId="{6AB54A94-B78C-4006-A489-C17A3EC4CBD4}" dt="2024-10-02T07:49:34.856" v="8" actId="26606"/>
          <ac:spMkLst>
            <pc:docMk/>
            <pc:sldMk cId="83055709" sldId="256"/>
            <ac:spMk id="14" creationId="{D28B54C3-B57B-472A-B96E-1FCB67093DC2}"/>
          </ac:spMkLst>
        </pc:spChg>
        <pc:spChg chg="add del">
          <ac:chgData name="Abheek Gulati" userId="ba09a449634813ec" providerId="LiveId" clId="{6AB54A94-B78C-4006-A489-C17A3EC4CBD4}" dt="2024-10-02T07:49:34.856" v="8" actId="26606"/>
          <ac:spMkLst>
            <pc:docMk/>
            <pc:sldMk cId="83055709" sldId="256"/>
            <ac:spMk id="16" creationId="{7DB3C429-F8DA-49B9-AF84-21996FCF78B5}"/>
          </ac:spMkLst>
        </pc:spChg>
        <pc:spChg chg="add del">
          <ac:chgData name="Abheek Gulati" userId="ba09a449634813ec" providerId="LiveId" clId="{6AB54A94-B78C-4006-A489-C17A3EC4CBD4}" dt="2024-10-02T07:49:39.649" v="11" actId="26606"/>
          <ac:spMkLst>
            <pc:docMk/>
            <pc:sldMk cId="83055709" sldId="256"/>
            <ac:spMk id="18" creationId="{ECC07320-C2CA-4E29-8481-9D9E143C7788}"/>
          </ac:spMkLst>
        </pc:spChg>
        <pc:spChg chg="add del">
          <ac:chgData name="Abheek Gulati" userId="ba09a449634813ec" providerId="LiveId" clId="{6AB54A94-B78C-4006-A489-C17A3EC4CBD4}" dt="2024-10-02T07:49:39.649" v="11" actId="26606"/>
          <ac:spMkLst>
            <pc:docMk/>
            <pc:sldMk cId="83055709" sldId="256"/>
            <ac:spMk id="19" creationId="{178FB36B-5BFE-42CA-BC60-1115E0D95EEC}"/>
          </ac:spMkLst>
        </pc:spChg>
        <pc:spChg chg="add">
          <ac:chgData name="Abheek Gulati" userId="ba09a449634813ec" providerId="LiveId" clId="{6AB54A94-B78C-4006-A489-C17A3EC4CBD4}" dt="2024-10-02T07:49:39.650" v="12" actId="26606"/>
          <ac:spMkLst>
            <pc:docMk/>
            <pc:sldMk cId="83055709" sldId="256"/>
            <ac:spMk id="21" creationId="{06DA9DF9-31F7-4056-B42E-878CC92417B8}"/>
          </ac:spMkLst>
        </pc:spChg>
        <pc:picChg chg="add mod">
          <ac:chgData name="Abheek Gulati" userId="ba09a449634813ec" providerId="LiveId" clId="{6AB54A94-B78C-4006-A489-C17A3EC4CBD4}" dt="2024-10-02T07:49:39.650" v="12" actId="26606"/>
          <ac:picMkLst>
            <pc:docMk/>
            <pc:sldMk cId="83055709" sldId="256"/>
            <ac:picMk id="5" creationId="{3D00093F-FC1C-C76C-0812-5CC3147BB4DD}"/>
          </ac:picMkLst>
        </pc:picChg>
      </pc:sldChg>
      <pc:sldChg chg="addSp delSp modSp new mod setBg">
        <pc:chgData name="Abheek Gulati" userId="ba09a449634813ec" providerId="LiveId" clId="{6AB54A94-B78C-4006-A489-C17A3EC4CBD4}" dt="2024-10-02T16:50:05.340" v="129" actId="1076"/>
        <pc:sldMkLst>
          <pc:docMk/>
          <pc:sldMk cId="1526071440" sldId="257"/>
        </pc:sldMkLst>
        <pc:spChg chg="del">
          <ac:chgData name="Abheek Gulati" userId="ba09a449634813ec" providerId="LiveId" clId="{6AB54A94-B78C-4006-A489-C17A3EC4CBD4}" dt="2024-10-02T16:44:33.496" v="94" actId="478"/>
          <ac:spMkLst>
            <pc:docMk/>
            <pc:sldMk cId="1526071440" sldId="257"/>
            <ac:spMk id="2" creationId="{6C590510-90DE-D797-533A-81A274584D5E}"/>
          </ac:spMkLst>
        </pc:spChg>
        <pc:spChg chg="del">
          <ac:chgData name="Abheek Gulati" userId="ba09a449634813ec" providerId="LiveId" clId="{6AB54A94-B78C-4006-A489-C17A3EC4CBD4}" dt="2024-10-02T16:44:29.765" v="93" actId="931"/>
          <ac:spMkLst>
            <pc:docMk/>
            <pc:sldMk cId="1526071440" sldId="257"/>
            <ac:spMk id="3" creationId="{53B9E271-CB1E-4672-30C5-14B1A9014231}"/>
          </ac:spMkLst>
        </pc:spChg>
        <pc:spChg chg="add del mod">
          <ac:chgData name="Abheek Gulati" userId="ba09a449634813ec" providerId="LiveId" clId="{6AB54A94-B78C-4006-A489-C17A3EC4CBD4}" dt="2024-10-02T16:46:18.567" v="101" actId="478"/>
          <ac:spMkLst>
            <pc:docMk/>
            <pc:sldMk cId="1526071440" sldId="257"/>
            <ac:spMk id="7" creationId="{BAAF3FC1-FB93-0215-147A-0C1718BECD43}"/>
          </ac:spMkLst>
        </pc:spChg>
        <pc:spChg chg="add">
          <ac:chgData name="Abheek Gulati" userId="ba09a449634813ec" providerId="LiveId" clId="{6AB54A94-B78C-4006-A489-C17A3EC4CBD4}" dt="2024-10-02T16:44:45.138" v="99" actId="26606"/>
          <ac:spMkLst>
            <pc:docMk/>
            <pc:sldMk cId="1526071440" sldId="257"/>
            <ac:spMk id="10" creationId="{42A4FC2C-047E-45A5-965D-8E1E3BF09BC6}"/>
          </ac:spMkLst>
        </pc:spChg>
        <pc:spChg chg="add mod">
          <ac:chgData name="Abheek Gulati" userId="ba09a449634813ec" providerId="LiveId" clId="{6AB54A94-B78C-4006-A489-C17A3EC4CBD4}" dt="2024-10-02T16:50:05.340" v="129" actId="1076"/>
          <ac:spMkLst>
            <pc:docMk/>
            <pc:sldMk cId="1526071440" sldId="257"/>
            <ac:spMk id="13" creationId="{11B64A31-0596-11DB-0C43-8E060D15860F}"/>
          </ac:spMkLst>
        </pc:spChg>
        <pc:picChg chg="add del mod">
          <ac:chgData name="Abheek Gulati" userId="ba09a449634813ec" providerId="LiveId" clId="{6AB54A94-B78C-4006-A489-C17A3EC4CBD4}" dt="2024-10-02T16:46:15.806" v="100" actId="478"/>
          <ac:picMkLst>
            <pc:docMk/>
            <pc:sldMk cId="1526071440" sldId="257"/>
            <ac:picMk id="5" creationId="{B4FE6005-E3A8-FB0E-B76E-37045553B824}"/>
          </ac:picMkLst>
        </pc:picChg>
        <pc:picChg chg="add del mod">
          <ac:chgData name="Abheek Gulati" userId="ba09a449634813ec" providerId="LiveId" clId="{6AB54A94-B78C-4006-A489-C17A3EC4CBD4}" dt="2024-10-02T16:49:27.638" v="113" actId="478"/>
          <ac:picMkLst>
            <pc:docMk/>
            <pc:sldMk cId="1526071440" sldId="257"/>
            <ac:picMk id="9" creationId="{222F794B-1322-BD58-E864-5F3CDFF3C6B3}"/>
          </ac:picMkLst>
        </pc:picChg>
        <pc:picChg chg="add mod">
          <ac:chgData name="Abheek Gulati" userId="ba09a449634813ec" providerId="LiveId" clId="{6AB54A94-B78C-4006-A489-C17A3EC4CBD4}" dt="2024-10-02T16:49:34.159" v="116" actId="962"/>
          <ac:picMkLst>
            <pc:docMk/>
            <pc:sldMk cId="1526071440" sldId="257"/>
            <ac:picMk id="12" creationId="{FA978795-1E80-0F83-F9D4-B6F52BC28320}"/>
          </ac:picMkLst>
        </pc:picChg>
      </pc:sldChg>
      <pc:sldChg chg="add del">
        <pc:chgData name="Abheek Gulati" userId="ba09a449634813ec" providerId="LiveId" clId="{6AB54A94-B78C-4006-A489-C17A3EC4CBD4}" dt="2024-10-02T16:44:17.124" v="92" actId="47"/>
        <pc:sldMkLst>
          <pc:docMk/>
          <pc:sldMk cId="1478529536" sldId="258"/>
        </pc:sldMkLst>
      </pc:sldChg>
      <pc:sldChg chg="addSp delSp modSp new mod setBg">
        <pc:chgData name="Abheek Gulati" userId="ba09a449634813ec" providerId="LiveId" clId="{6AB54A94-B78C-4006-A489-C17A3EC4CBD4}" dt="2024-10-02T16:51:14.983" v="192" actId="1076"/>
        <pc:sldMkLst>
          <pc:docMk/>
          <pc:sldMk cId="3451853168" sldId="258"/>
        </pc:sldMkLst>
        <pc:spChg chg="del">
          <ac:chgData name="Abheek Gulati" userId="ba09a449634813ec" providerId="LiveId" clId="{6AB54A94-B78C-4006-A489-C17A3EC4CBD4}" dt="2024-10-02T16:46:33.102" v="109" actId="26606"/>
          <ac:spMkLst>
            <pc:docMk/>
            <pc:sldMk cId="3451853168" sldId="258"/>
            <ac:spMk id="2" creationId="{E7F6CB9B-2468-58B5-D147-F2E7EB6C7569}"/>
          </ac:spMkLst>
        </pc:spChg>
        <pc:spChg chg="del">
          <ac:chgData name="Abheek Gulati" userId="ba09a449634813ec" providerId="LiveId" clId="{6AB54A94-B78C-4006-A489-C17A3EC4CBD4}" dt="2024-10-02T16:46:31.064" v="106" actId="931"/>
          <ac:spMkLst>
            <pc:docMk/>
            <pc:sldMk cId="3451853168" sldId="258"/>
            <ac:spMk id="3" creationId="{0D3A4C12-212E-6DA5-DA4A-5DA05375E0BA}"/>
          </ac:spMkLst>
        </pc:spChg>
        <pc:spChg chg="add del mod">
          <ac:chgData name="Abheek Gulati" userId="ba09a449634813ec" providerId="LiveId" clId="{6AB54A94-B78C-4006-A489-C17A3EC4CBD4}" dt="2024-10-02T16:49:25.526" v="112"/>
          <ac:spMkLst>
            <pc:docMk/>
            <pc:sldMk cId="3451853168" sldId="258"/>
            <ac:spMk id="6" creationId="{78F1540D-DA75-B257-2794-0DA00546A6B3}"/>
          </ac:spMkLst>
        </pc:spChg>
        <pc:spChg chg="add del mod">
          <ac:chgData name="Abheek Gulati" userId="ba09a449634813ec" providerId="LiveId" clId="{6AB54A94-B78C-4006-A489-C17A3EC4CBD4}" dt="2024-10-02T16:50:19.447" v="131" actId="931"/>
          <ac:spMkLst>
            <pc:docMk/>
            <pc:sldMk cId="3451853168" sldId="258"/>
            <ac:spMk id="8" creationId="{C213218D-3070-ED2D-3FBE-D7361BF6364B}"/>
          </ac:spMkLst>
        </pc:spChg>
        <pc:spChg chg="add del">
          <ac:chgData name="Abheek Gulati" userId="ba09a449634813ec" providerId="LiveId" clId="{6AB54A94-B78C-4006-A489-C17A3EC4CBD4}" dt="2024-10-02T16:50:21.010" v="134" actId="26606"/>
          <ac:spMkLst>
            <pc:docMk/>
            <pc:sldMk cId="3451853168" sldId="258"/>
            <ac:spMk id="10" creationId="{42A4FC2C-047E-45A5-965D-8E1E3BF09BC6}"/>
          </ac:spMkLst>
        </pc:spChg>
        <pc:spChg chg="add mod">
          <ac:chgData name="Abheek Gulati" userId="ba09a449634813ec" providerId="LiveId" clId="{6AB54A94-B78C-4006-A489-C17A3EC4CBD4}" dt="2024-10-02T16:51:14.983" v="192" actId="1076"/>
          <ac:spMkLst>
            <pc:docMk/>
            <pc:sldMk cId="3451853168" sldId="258"/>
            <ac:spMk id="12" creationId="{14A82071-3C77-6CCB-C160-5A0DF745924B}"/>
          </ac:spMkLst>
        </pc:spChg>
        <pc:spChg chg="add">
          <ac:chgData name="Abheek Gulati" userId="ba09a449634813ec" providerId="LiveId" clId="{6AB54A94-B78C-4006-A489-C17A3EC4CBD4}" dt="2024-10-02T16:50:21.010" v="134" actId="26606"/>
          <ac:spMkLst>
            <pc:docMk/>
            <pc:sldMk cId="3451853168" sldId="258"/>
            <ac:spMk id="16" creationId="{42A4FC2C-047E-45A5-965D-8E1E3BF09BC6}"/>
          </ac:spMkLst>
        </pc:spChg>
        <pc:picChg chg="add del mod">
          <ac:chgData name="Abheek Gulati" userId="ba09a449634813ec" providerId="LiveId" clId="{6AB54A94-B78C-4006-A489-C17A3EC4CBD4}" dt="2024-10-02T16:50:12.210" v="130" actId="478"/>
          <ac:picMkLst>
            <pc:docMk/>
            <pc:sldMk cId="3451853168" sldId="258"/>
            <ac:picMk id="5" creationId="{11C002CA-4AC7-871D-9C53-1852E7C080A9}"/>
          </ac:picMkLst>
        </pc:picChg>
        <pc:picChg chg="add mod">
          <ac:chgData name="Abheek Gulati" userId="ba09a449634813ec" providerId="LiveId" clId="{6AB54A94-B78C-4006-A489-C17A3EC4CBD4}" dt="2024-10-02T16:50:21.010" v="134" actId="26606"/>
          <ac:picMkLst>
            <pc:docMk/>
            <pc:sldMk cId="3451853168" sldId="258"/>
            <ac:picMk id="11" creationId="{1995CD3D-DDD7-B9C3-3153-EA9E68ACA4D1}"/>
          </ac:picMkLst>
        </pc:picChg>
      </pc:sldChg>
      <pc:sldChg chg="new del">
        <pc:chgData name="Abheek Gulati" userId="ba09a449634813ec" providerId="LiveId" clId="{6AB54A94-B78C-4006-A489-C17A3EC4CBD4}" dt="2024-10-02T16:51:23.310" v="194" actId="2696"/>
        <pc:sldMkLst>
          <pc:docMk/>
          <pc:sldMk cId="3177788819" sldId="259"/>
        </pc:sldMkLst>
      </pc:sldChg>
      <pc:sldChg chg="addSp delSp modSp add mod">
        <pc:chgData name="Abheek Gulati" userId="ba09a449634813ec" providerId="LiveId" clId="{6AB54A94-B78C-4006-A489-C17A3EC4CBD4}" dt="2024-10-02T16:52:32.072" v="244" actId="1076"/>
        <pc:sldMkLst>
          <pc:docMk/>
          <pc:sldMk cId="3300377394" sldId="259"/>
        </pc:sldMkLst>
        <pc:spChg chg="mod ord">
          <ac:chgData name="Abheek Gulati" userId="ba09a449634813ec" providerId="LiveId" clId="{6AB54A94-B78C-4006-A489-C17A3EC4CBD4}" dt="2024-10-02T16:52:32.072" v="244" actId="1076"/>
          <ac:spMkLst>
            <pc:docMk/>
            <pc:sldMk cId="3300377394" sldId="259"/>
            <ac:spMk id="3" creationId="{90D9B860-FDA0-6161-B85F-B28AA5F1451F}"/>
          </ac:spMkLst>
        </pc:spChg>
        <pc:spChg chg="add del">
          <ac:chgData name="Abheek Gulati" userId="ba09a449634813ec" providerId="LiveId" clId="{6AB54A94-B78C-4006-A489-C17A3EC4CBD4}" dt="2024-10-02T16:52:16.690" v="239" actId="26606"/>
          <ac:spMkLst>
            <pc:docMk/>
            <pc:sldMk cId="3300377394" sldId="259"/>
            <ac:spMk id="21" creationId="{06DA9DF9-31F7-4056-B42E-878CC92417B8}"/>
          </ac:spMkLst>
        </pc:spChg>
        <pc:spChg chg="add">
          <ac:chgData name="Abheek Gulati" userId="ba09a449634813ec" providerId="LiveId" clId="{6AB54A94-B78C-4006-A489-C17A3EC4CBD4}" dt="2024-10-02T16:52:16.690" v="239" actId="26606"/>
          <ac:spMkLst>
            <pc:docMk/>
            <pc:sldMk cId="3300377394" sldId="259"/>
            <ac:spMk id="23" creationId="{94714483-7072-431F-9DBE-87F44E4D44BC}"/>
          </ac:spMkLst>
        </pc:spChg>
        <pc:spChg chg="add">
          <ac:chgData name="Abheek Gulati" userId="ba09a449634813ec" providerId="LiveId" clId="{6AB54A94-B78C-4006-A489-C17A3EC4CBD4}" dt="2024-10-02T16:52:16.690" v="239" actId="26606"/>
          <ac:spMkLst>
            <pc:docMk/>
            <pc:sldMk cId="3300377394" sldId="259"/>
            <ac:spMk id="24" creationId="{495892E1-F4A5-4991-AC52-4F417B14A2A2}"/>
          </ac:spMkLst>
        </pc:spChg>
        <pc:spChg chg="add del">
          <ac:chgData name="Abheek Gulati" userId="ba09a449634813ec" providerId="LiveId" clId="{6AB54A94-B78C-4006-A489-C17A3EC4CBD4}" dt="2024-10-02T16:52:14.563" v="238" actId="26606"/>
          <ac:spMkLst>
            <pc:docMk/>
            <pc:sldMk cId="3300377394" sldId="259"/>
            <ac:spMk id="26" creationId="{C6B158B5-50B5-4927-A367-7C9F3AFE5DCB}"/>
          </ac:spMkLst>
        </pc:spChg>
        <pc:spChg chg="add del">
          <ac:chgData name="Abheek Gulati" userId="ba09a449634813ec" providerId="LiveId" clId="{6AB54A94-B78C-4006-A489-C17A3EC4CBD4}" dt="2024-10-02T16:52:14.563" v="238" actId="26606"/>
          <ac:spMkLst>
            <pc:docMk/>
            <pc:sldMk cId="3300377394" sldId="259"/>
            <ac:spMk id="28" creationId="{B01367A3-F670-4BD9-9972-F7E97FC227ED}"/>
          </ac:spMkLst>
        </pc:spChg>
        <pc:spChg chg="add del">
          <ac:chgData name="Abheek Gulati" userId="ba09a449634813ec" providerId="LiveId" clId="{6AB54A94-B78C-4006-A489-C17A3EC4CBD4}" dt="2024-10-02T16:52:14.563" v="238" actId="26606"/>
          <ac:spMkLst>
            <pc:docMk/>
            <pc:sldMk cId="3300377394" sldId="259"/>
            <ac:spMk id="30" creationId="{38C3DB02-606C-40EC-8381-7A29A1ADFAE7}"/>
          </ac:spMkLst>
        </pc:spChg>
        <pc:spChg chg="add">
          <ac:chgData name="Abheek Gulati" userId="ba09a449634813ec" providerId="LiveId" clId="{6AB54A94-B78C-4006-A489-C17A3EC4CBD4}" dt="2024-10-02T16:52:16.690" v="239" actId="26606"/>
          <ac:spMkLst>
            <pc:docMk/>
            <pc:sldMk cId="3300377394" sldId="259"/>
            <ac:spMk id="38" creationId="{E2683E3F-F855-4549-84F8-42064EC0F247}"/>
          </ac:spMkLst>
        </pc:spChg>
        <pc:spChg chg="add">
          <ac:chgData name="Abheek Gulati" userId="ba09a449634813ec" providerId="LiveId" clId="{6AB54A94-B78C-4006-A489-C17A3EC4CBD4}" dt="2024-10-02T16:52:16.690" v="239" actId="26606"/>
          <ac:spMkLst>
            <pc:docMk/>
            <pc:sldMk cId="3300377394" sldId="259"/>
            <ac:spMk id="46" creationId="{832F3179-0CD5-40C8-9939-D8355006F7BA}"/>
          </ac:spMkLst>
        </pc:spChg>
        <pc:grpChg chg="add">
          <ac:chgData name="Abheek Gulati" userId="ba09a449634813ec" providerId="LiveId" clId="{6AB54A94-B78C-4006-A489-C17A3EC4CBD4}" dt="2024-10-02T16:52:16.690" v="239" actId="26606"/>
          <ac:grpSpMkLst>
            <pc:docMk/>
            <pc:sldMk cId="3300377394" sldId="259"/>
            <ac:grpSpMk id="25" creationId="{ACF597F8-76AA-44FA-8E6A-06223B66C0DD}"/>
          </ac:grpSpMkLst>
        </pc:grpChg>
        <pc:grpChg chg="add">
          <ac:chgData name="Abheek Gulati" userId="ba09a449634813ec" providerId="LiveId" clId="{6AB54A94-B78C-4006-A489-C17A3EC4CBD4}" dt="2024-10-02T16:52:16.690" v="239" actId="26606"/>
          <ac:grpSpMkLst>
            <pc:docMk/>
            <pc:sldMk cId="3300377394" sldId="259"/>
            <ac:grpSpMk id="40" creationId="{8FC90B1E-0223-4440-AF22-8F32F6F0C7D2}"/>
          </ac:grpSpMkLst>
        </pc:grpChg>
        <pc:grpChg chg="add">
          <ac:chgData name="Abheek Gulati" userId="ba09a449634813ec" providerId="LiveId" clId="{6AB54A94-B78C-4006-A489-C17A3EC4CBD4}" dt="2024-10-02T16:52:16.690" v="239" actId="26606"/>
          <ac:grpSpMkLst>
            <pc:docMk/>
            <pc:sldMk cId="3300377394" sldId="259"/>
            <ac:grpSpMk id="48" creationId="{11CE155D-684B-4F5E-B835-C52765E310E7}"/>
          </ac:grpSpMkLst>
        </pc:grpChg>
        <pc:picChg chg="mod">
          <ac:chgData name="Abheek Gulati" userId="ba09a449634813ec" providerId="LiveId" clId="{6AB54A94-B78C-4006-A489-C17A3EC4CBD4}" dt="2024-10-02T16:52:16.690" v="239" actId="26606"/>
          <ac:picMkLst>
            <pc:docMk/>
            <pc:sldMk cId="3300377394" sldId="259"/>
            <ac:picMk id="5" creationId="{3D00093F-FC1C-C76C-0812-5CC3147BB4DD}"/>
          </ac:picMkLst>
        </pc:picChg>
      </pc:sldChg>
      <pc:sldChg chg="modSp add mod ord">
        <pc:chgData name="Abheek Gulati" userId="ba09a449634813ec" providerId="LiveId" clId="{6AB54A94-B78C-4006-A489-C17A3EC4CBD4}" dt="2024-10-02T16:52:57.312" v="279" actId="20577"/>
        <pc:sldMkLst>
          <pc:docMk/>
          <pc:sldMk cId="2137833227" sldId="260"/>
        </pc:sldMkLst>
        <pc:spChg chg="mod">
          <ac:chgData name="Abheek Gulati" userId="ba09a449634813ec" providerId="LiveId" clId="{6AB54A94-B78C-4006-A489-C17A3EC4CBD4}" dt="2024-10-02T16:52:57.312" v="279" actId="20577"/>
          <ac:spMkLst>
            <pc:docMk/>
            <pc:sldMk cId="2137833227" sldId="260"/>
            <ac:spMk id="3" creationId="{90D9B860-FDA0-6161-B85F-B28AA5F1451F}"/>
          </ac:spMkLst>
        </pc:spChg>
      </pc:sldChg>
      <pc:sldChg chg="addSp delSp modSp new mod ord setBg">
        <pc:chgData name="Abheek Gulati" userId="ba09a449634813ec" providerId="LiveId" clId="{6AB54A94-B78C-4006-A489-C17A3EC4CBD4}" dt="2024-10-02T16:58:24.822" v="305" actId="12"/>
        <pc:sldMkLst>
          <pc:docMk/>
          <pc:sldMk cId="1456214801" sldId="261"/>
        </pc:sldMkLst>
        <pc:spChg chg="add del">
          <ac:chgData name="Abheek Gulati" userId="ba09a449634813ec" providerId="LiveId" clId="{6AB54A94-B78C-4006-A489-C17A3EC4CBD4}" dt="2024-10-02T16:57:01.727" v="286" actId="26606"/>
          <ac:spMkLst>
            <pc:docMk/>
            <pc:sldMk cId="1456214801" sldId="261"/>
            <ac:spMk id="2" creationId="{68A4C90C-BF1B-457F-36EC-D63F5E3DD76B}"/>
          </ac:spMkLst>
        </pc:spChg>
        <pc:spChg chg="add del">
          <ac:chgData name="Abheek Gulati" userId="ba09a449634813ec" providerId="LiveId" clId="{6AB54A94-B78C-4006-A489-C17A3EC4CBD4}" dt="2024-10-02T16:57:01.727" v="286" actId="26606"/>
          <ac:spMkLst>
            <pc:docMk/>
            <pc:sldMk cId="1456214801" sldId="261"/>
            <ac:spMk id="3" creationId="{B196FBAB-0EAB-AD2B-0765-11D81054B67E}"/>
          </ac:spMkLst>
        </pc:spChg>
        <pc:spChg chg="add del">
          <ac:chgData name="Abheek Gulati" userId="ba09a449634813ec" providerId="LiveId" clId="{6AB54A94-B78C-4006-A489-C17A3EC4CBD4}" dt="2024-10-02T16:57:01.724" v="285" actId="26606"/>
          <ac:spMkLst>
            <pc:docMk/>
            <pc:sldMk cId="1456214801" sldId="261"/>
            <ac:spMk id="1031" creationId="{42A4FC2C-047E-45A5-965D-8E1E3BF09BC6}"/>
          </ac:spMkLst>
        </pc:spChg>
        <pc:spChg chg="add del">
          <ac:chgData name="Abheek Gulati" userId="ba09a449634813ec" providerId="LiveId" clId="{6AB54A94-B78C-4006-A489-C17A3EC4CBD4}" dt="2024-10-02T16:57:22.982" v="300" actId="26606"/>
          <ac:spMkLst>
            <pc:docMk/>
            <pc:sldMk cId="1456214801" sldId="261"/>
            <ac:spMk id="1033" creationId="{D4974D33-8DC5-464E-8C6D-BE58F0669C17}"/>
          </ac:spMkLst>
        </pc:spChg>
        <pc:spChg chg="add del">
          <ac:chgData name="Abheek Gulati" userId="ba09a449634813ec" providerId="LiveId" clId="{6AB54A94-B78C-4006-A489-C17A3EC4CBD4}" dt="2024-10-02T16:57:22.982" v="300" actId="26606"/>
          <ac:spMkLst>
            <pc:docMk/>
            <pc:sldMk cId="1456214801" sldId="261"/>
            <ac:spMk id="1034" creationId="{F13C74B1-5B17-4795-BED0-7140497B445A}"/>
          </ac:spMkLst>
        </pc:spChg>
        <pc:spChg chg="add del">
          <ac:chgData name="Abheek Gulati" userId="ba09a449634813ec" providerId="LiveId" clId="{6AB54A94-B78C-4006-A489-C17A3EC4CBD4}" dt="2024-10-02T16:57:04.747" v="287" actId="478"/>
          <ac:spMkLst>
            <pc:docMk/>
            <pc:sldMk cId="1456214801" sldId="261"/>
            <ac:spMk id="1035" creationId="{68A4C90C-BF1B-457F-36EC-D63F5E3DD76B}"/>
          </ac:spMkLst>
        </pc:spChg>
        <pc:spChg chg="add del mod ord">
          <ac:chgData name="Abheek Gulati" userId="ba09a449634813ec" providerId="LiveId" clId="{6AB54A94-B78C-4006-A489-C17A3EC4CBD4}" dt="2024-10-02T16:57:22.982" v="300" actId="26606"/>
          <ac:spMkLst>
            <pc:docMk/>
            <pc:sldMk cId="1456214801" sldId="261"/>
            <ac:spMk id="1036" creationId="{B196FBAB-0EAB-AD2B-0765-11D81054B67E}"/>
          </ac:spMkLst>
        </pc:spChg>
        <pc:spChg chg="add del">
          <ac:chgData name="Abheek Gulati" userId="ba09a449634813ec" providerId="LiveId" clId="{6AB54A94-B78C-4006-A489-C17A3EC4CBD4}" dt="2024-10-02T16:57:11.629" v="289" actId="26606"/>
          <ac:spMkLst>
            <pc:docMk/>
            <pc:sldMk cId="1456214801" sldId="261"/>
            <ac:spMk id="1041" creationId="{04812C46-200A-4DEB-A05E-3ED6C68C2387}"/>
          </ac:spMkLst>
        </pc:spChg>
        <pc:spChg chg="add del">
          <ac:chgData name="Abheek Gulati" userId="ba09a449634813ec" providerId="LiveId" clId="{6AB54A94-B78C-4006-A489-C17A3EC4CBD4}" dt="2024-10-02T16:57:11.629" v="289" actId="26606"/>
          <ac:spMkLst>
            <pc:docMk/>
            <pc:sldMk cId="1456214801" sldId="261"/>
            <ac:spMk id="1043" creationId="{D1EA859B-E555-4109-94F3-6700E046E008}"/>
          </ac:spMkLst>
        </pc:spChg>
        <pc:spChg chg="add del">
          <ac:chgData name="Abheek Gulati" userId="ba09a449634813ec" providerId="LiveId" clId="{6AB54A94-B78C-4006-A489-C17A3EC4CBD4}" dt="2024-10-02T16:57:15.716" v="291" actId="26606"/>
          <ac:spMkLst>
            <pc:docMk/>
            <pc:sldMk cId="1456214801" sldId="261"/>
            <ac:spMk id="1045" creationId="{D009D6D5-DAC2-4A8B-A17A-E206B9012D09}"/>
          </ac:spMkLst>
        </pc:spChg>
        <pc:spChg chg="add del">
          <ac:chgData name="Abheek Gulati" userId="ba09a449634813ec" providerId="LiveId" clId="{6AB54A94-B78C-4006-A489-C17A3EC4CBD4}" dt="2024-10-02T16:57:20.093" v="293" actId="26606"/>
          <ac:spMkLst>
            <pc:docMk/>
            <pc:sldMk cId="1456214801" sldId="261"/>
            <ac:spMk id="1047" creationId="{F13C74B1-5B17-4795-BED0-7140497B445A}"/>
          </ac:spMkLst>
        </pc:spChg>
        <pc:spChg chg="add del">
          <ac:chgData name="Abheek Gulati" userId="ba09a449634813ec" providerId="LiveId" clId="{6AB54A94-B78C-4006-A489-C17A3EC4CBD4}" dt="2024-10-02T16:57:20.093" v="293" actId="26606"/>
          <ac:spMkLst>
            <pc:docMk/>
            <pc:sldMk cId="1456214801" sldId="261"/>
            <ac:spMk id="1048" creationId="{D4974D33-8DC5-464E-8C6D-BE58F0669C17}"/>
          </ac:spMkLst>
        </pc:spChg>
        <pc:spChg chg="add del">
          <ac:chgData name="Abheek Gulati" userId="ba09a449634813ec" providerId="LiveId" clId="{6AB54A94-B78C-4006-A489-C17A3EC4CBD4}" dt="2024-10-02T16:57:21.085" v="295" actId="26606"/>
          <ac:spMkLst>
            <pc:docMk/>
            <pc:sldMk cId="1456214801" sldId="261"/>
            <ac:spMk id="1050" creationId="{C83A5C14-ED91-4CD1-809E-D29FF97C9AF5}"/>
          </ac:spMkLst>
        </pc:spChg>
        <pc:spChg chg="add del">
          <ac:chgData name="Abheek Gulati" userId="ba09a449634813ec" providerId="LiveId" clId="{6AB54A94-B78C-4006-A489-C17A3EC4CBD4}" dt="2024-10-02T16:57:21.085" v="295" actId="26606"/>
          <ac:spMkLst>
            <pc:docMk/>
            <pc:sldMk cId="1456214801" sldId="261"/>
            <ac:spMk id="1051" creationId="{56065185-5C34-4F86-AA96-AA4D065B0EF4}"/>
          </ac:spMkLst>
        </pc:spChg>
        <pc:spChg chg="add del">
          <ac:chgData name="Abheek Gulati" userId="ba09a449634813ec" providerId="LiveId" clId="{6AB54A94-B78C-4006-A489-C17A3EC4CBD4}" dt="2024-10-02T16:57:21.417" v="297" actId="26606"/>
          <ac:spMkLst>
            <pc:docMk/>
            <pc:sldMk cId="1456214801" sldId="261"/>
            <ac:spMk id="1053" creationId="{743AA782-23D1-4521-8CAD-47662984AA08}"/>
          </ac:spMkLst>
        </pc:spChg>
        <pc:spChg chg="add del">
          <ac:chgData name="Abheek Gulati" userId="ba09a449634813ec" providerId="LiveId" clId="{6AB54A94-B78C-4006-A489-C17A3EC4CBD4}" dt="2024-10-02T16:57:21.417" v="297" actId="26606"/>
          <ac:spMkLst>
            <pc:docMk/>
            <pc:sldMk cId="1456214801" sldId="261"/>
            <ac:spMk id="1054" creationId="{71877DBC-BB60-40F0-AC93-2ACDBAAE60CE}"/>
          </ac:spMkLst>
        </pc:spChg>
        <pc:spChg chg="add del">
          <ac:chgData name="Abheek Gulati" userId="ba09a449634813ec" providerId="LiveId" clId="{6AB54A94-B78C-4006-A489-C17A3EC4CBD4}" dt="2024-10-02T16:57:21.417" v="297" actId="26606"/>
          <ac:spMkLst>
            <pc:docMk/>
            <pc:sldMk cId="1456214801" sldId="261"/>
            <ac:spMk id="1055" creationId="{B196FBAB-0EAB-AD2B-0765-11D81054B67E}"/>
          </ac:spMkLst>
        </pc:spChg>
        <pc:spChg chg="add del">
          <ac:chgData name="Abheek Gulati" userId="ba09a449634813ec" providerId="LiveId" clId="{6AB54A94-B78C-4006-A489-C17A3EC4CBD4}" dt="2024-10-02T16:57:22.979" v="299" actId="26606"/>
          <ac:spMkLst>
            <pc:docMk/>
            <pc:sldMk cId="1456214801" sldId="261"/>
            <ac:spMk id="1057" creationId="{D009D6D5-DAC2-4A8B-A17A-E206B9012D09}"/>
          </ac:spMkLst>
        </pc:spChg>
        <pc:spChg chg="add del">
          <ac:chgData name="Abheek Gulati" userId="ba09a449634813ec" providerId="LiveId" clId="{6AB54A94-B78C-4006-A489-C17A3EC4CBD4}" dt="2024-10-02T16:57:22.979" v="299" actId="26606"/>
          <ac:spMkLst>
            <pc:docMk/>
            <pc:sldMk cId="1456214801" sldId="261"/>
            <ac:spMk id="1058" creationId="{B196FBAB-0EAB-AD2B-0765-11D81054B67E}"/>
          </ac:spMkLst>
        </pc:spChg>
        <pc:spChg chg="add">
          <ac:chgData name="Abheek Gulati" userId="ba09a449634813ec" providerId="LiveId" clId="{6AB54A94-B78C-4006-A489-C17A3EC4CBD4}" dt="2024-10-02T16:57:22.982" v="300" actId="26606"/>
          <ac:spMkLst>
            <pc:docMk/>
            <pc:sldMk cId="1456214801" sldId="261"/>
            <ac:spMk id="1060" creationId="{F13C74B1-5B17-4795-BED0-7140497B445A}"/>
          </ac:spMkLst>
        </pc:spChg>
        <pc:spChg chg="add">
          <ac:chgData name="Abheek Gulati" userId="ba09a449634813ec" providerId="LiveId" clId="{6AB54A94-B78C-4006-A489-C17A3EC4CBD4}" dt="2024-10-02T16:57:22.982" v="300" actId="26606"/>
          <ac:spMkLst>
            <pc:docMk/>
            <pc:sldMk cId="1456214801" sldId="261"/>
            <ac:spMk id="1061" creationId="{D4974D33-8DC5-464E-8C6D-BE58F0669C17}"/>
          </ac:spMkLst>
        </pc:spChg>
        <pc:spChg chg="add mod">
          <ac:chgData name="Abheek Gulati" userId="ba09a449634813ec" providerId="LiveId" clId="{6AB54A94-B78C-4006-A489-C17A3EC4CBD4}" dt="2024-10-02T16:58:24.822" v="305" actId="12"/>
          <ac:spMkLst>
            <pc:docMk/>
            <pc:sldMk cId="1456214801" sldId="261"/>
            <ac:spMk id="1062" creationId="{B196FBAB-0EAB-AD2B-0765-11D81054B67E}"/>
          </ac:spMkLst>
        </pc:spChg>
        <pc:picChg chg="add mod">
          <ac:chgData name="Abheek Gulati" userId="ba09a449634813ec" providerId="LiveId" clId="{6AB54A94-B78C-4006-A489-C17A3EC4CBD4}" dt="2024-10-02T16:57:22.979" v="299" actId="26606"/>
          <ac:picMkLst>
            <pc:docMk/>
            <pc:sldMk cId="1456214801" sldId="261"/>
            <ac:picMk id="1026" creationId="{62568194-3554-734F-F21E-BC6F753CED25}"/>
          </ac:picMkLst>
        </pc:picChg>
      </pc:sldChg>
      <pc:sldChg chg="modSp add mod ord">
        <pc:chgData name="Abheek Gulati" userId="ba09a449634813ec" providerId="LiveId" clId="{6AB54A94-B78C-4006-A489-C17A3EC4CBD4}" dt="2024-10-02T16:58:51.838" v="355" actId="20577"/>
        <pc:sldMkLst>
          <pc:docMk/>
          <pc:sldMk cId="3188922311" sldId="262"/>
        </pc:sldMkLst>
        <pc:spChg chg="mod">
          <ac:chgData name="Abheek Gulati" userId="ba09a449634813ec" providerId="LiveId" clId="{6AB54A94-B78C-4006-A489-C17A3EC4CBD4}" dt="2024-10-02T16:58:51.838" v="355" actId="20577"/>
          <ac:spMkLst>
            <pc:docMk/>
            <pc:sldMk cId="3188922311" sldId="262"/>
            <ac:spMk id="3" creationId="{90D9B860-FDA0-6161-B85F-B28AA5F1451F}"/>
          </ac:spMkLst>
        </pc:spChg>
      </pc:sldChg>
      <pc:sldChg chg="addSp delSp modSp new mod setBg">
        <pc:chgData name="Abheek Gulati" userId="ba09a449634813ec" providerId="LiveId" clId="{6AB54A94-B78C-4006-A489-C17A3EC4CBD4}" dt="2024-10-02T17:00:23.099" v="402" actId="26606"/>
        <pc:sldMkLst>
          <pc:docMk/>
          <pc:sldMk cId="42424254" sldId="263"/>
        </pc:sldMkLst>
        <pc:spChg chg="del mod ord">
          <ac:chgData name="Abheek Gulati" userId="ba09a449634813ec" providerId="LiveId" clId="{6AB54A94-B78C-4006-A489-C17A3EC4CBD4}" dt="2024-10-02T16:59:36.604" v="369" actId="478"/>
          <ac:spMkLst>
            <pc:docMk/>
            <pc:sldMk cId="42424254" sldId="263"/>
            <ac:spMk id="2" creationId="{17914AD7-8F21-EFD8-B6BA-843B3D943F79}"/>
          </ac:spMkLst>
        </pc:spChg>
        <pc:spChg chg="del">
          <ac:chgData name="Abheek Gulati" userId="ba09a449634813ec" providerId="LiveId" clId="{6AB54A94-B78C-4006-A489-C17A3EC4CBD4}" dt="2024-10-02T16:59:06.579" v="357" actId="931"/>
          <ac:spMkLst>
            <pc:docMk/>
            <pc:sldMk cId="42424254" sldId="263"/>
            <ac:spMk id="3" creationId="{43CA0A05-71DD-085E-2543-8C8ACAF89DFC}"/>
          </ac:spMkLst>
        </pc:spChg>
        <pc:spChg chg="add del">
          <ac:chgData name="Abheek Gulati" userId="ba09a449634813ec" providerId="LiveId" clId="{6AB54A94-B78C-4006-A489-C17A3EC4CBD4}" dt="2024-10-02T17:00:16.095" v="398" actId="26606"/>
          <ac:spMkLst>
            <pc:docMk/>
            <pc:sldMk cId="42424254" sldId="263"/>
            <ac:spMk id="14" creationId="{A93898FF-D987-4B0E-BFB4-85F5EB356D4D}"/>
          </ac:spMkLst>
        </pc:spChg>
        <pc:spChg chg="add del">
          <ac:chgData name="Abheek Gulati" userId="ba09a449634813ec" providerId="LiveId" clId="{6AB54A94-B78C-4006-A489-C17A3EC4CBD4}" dt="2024-10-02T17:00:16.095" v="398" actId="26606"/>
          <ac:spMkLst>
            <pc:docMk/>
            <pc:sldMk cId="42424254" sldId="263"/>
            <ac:spMk id="16" creationId="{612F383F-B981-4BC3-9E2B-7BE938CEF3EC}"/>
          </ac:spMkLst>
        </pc:spChg>
        <pc:spChg chg="add del">
          <ac:chgData name="Abheek Gulati" userId="ba09a449634813ec" providerId="LiveId" clId="{6AB54A94-B78C-4006-A489-C17A3EC4CBD4}" dt="2024-10-02T17:00:16.095" v="398" actId="26606"/>
          <ac:spMkLst>
            <pc:docMk/>
            <pc:sldMk cId="42424254" sldId="263"/>
            <ac:spMk id="18" creationId="{5AA485AD-076E-4077-A6E6-C3C9F0C39FF2}"/>
          </ac:spMkLst>
        </pc:spChg>
        <pc:spChg chg="add del">
          <ac:chgData name="Abheek Gulati" userId="ba09a449634813ec" providerId="LiveId" clId="{6AB54A94-B78C-4006-A489-C17A3EC4CBD4}" dt="2024-10-02T17:00:16.095" v="398" actId="26606"/>
          <ac:spMkLst>
            <pc:docMk/>
            <pc:sldMk cId="42424254" sldId="263"/>
            <ac:spMk id="20" creationId="{58D235B8-3D10-493F-88AC-84BB404C1B5A}"/>
          </ac:spMkLst>
        </pc:spChg>
        <pc:spChg chg="add del">
          <ac:chgData name="Abheek Gulati" userId="ba09a449634813ec" providerId="LiveId" clId="{6AB54A94-B78C-4006-A489-C17A3EC4CBD4}" dt="2024-10-02T17:00:16.095" v="398" actId="26606"/>
          <ac:spMkLst>
            <pc:docMk/>
            <pc:sldMk cId="42424254" sldId="263"/>
            <ac:spMk id="22" creationId="{42A4FC2C-047E-45A5-965D-8E1E3BF09BC6}"/>
          </ac:spMkLst>
        </pc:spChg>
        <pc:spChg chg="add del">
          <ac:chgData name="Abheek Gulati" userId="ba09a449634813ec" providerId="LiveId" clId="{6AB54A94-B78C-4006-A489-C17A3EC4CBD4}" dt="2024-10-02T16:59:42.595" v="371" actId="26606"/>
          <ac:spMkLst>
            <pc:docMk/>
            <pc:sldMk cId="42424254" sldId="263"/>
            <ac:spMk id="28" creationId="{4F006643-23F2-D4A8-DA63-778A4725CCFE}"/>
          </ac:spMkLst>
        </pc:spChg>
        <pc:spChg chg="add del">
          <ac:chgData name="Abheek Gulati" userId="ba09a449634813ec" providerId="LiveId" clId="{6AB54A94-B78C-4006-A489-C17A3EC4CBD4}" dt="2024-10-02T16:59:46.428" v="373" actId="26606"/>
          <ac:spMkLst>
            <pc:docMk/>
            <pc:sldMk cId="42424254" sldId="263"/>
            <ac:spMk id="29" creationId="{A93898FF-D987-4B0E-BFB4-85F5EB356D4D}"/>
          </ac:spMkLst>
        </pc:spChg>
        <pc:spChg chg="add del">
          <ac:chgData name="Abheek Gulati" userId="ba09a449634813ec" providerId="LiveId" clId="{6AB54A94-B78C-4006-A489-C17A3EC4CBD4}" dt="2024-10-02T16:59:42.595" v="371" actId="26606"/>
          <ac:spMkLst>
            <pc:docMk/>
            <pc:sldMk cId="42424254" sldId="263"/>
            <ac:spMk id="31" creationId="{B3F59054-3394-4D87-8BD0-A28DCD47F1BC}"/>
          </ac:spMkLst>
        </pc:spChg>
        <pc:spChg chg="add del">
          <ac:chgData name="Abheek Gulati" userId="ba09a449634813ec" providerId="LiveId" clId="{6AB54A94-B78C-4006-A489-C17A3EC4CBD4}" dt="2024-10-02T16:59:42.595" v="371" actId="26606"/>
          <ac:spMkLst>
            <pc:docMk/>
            <pc:sldMk cId="42424254" sldId="263"/>
            <ac:spMk id="33" creationId="{2FE0ABA9-CAF1-4816-837D-5F28AAA08E0A}"/>
          </ac:spMkLst>
        </pc:spChg>
        <pc:spChg chg="add del">
          <ac:chgData name="Abheek Gulati" userId="ba09a449634813ec" providerId="LiveId" clId="{6AB54A94-B78C-4006-A489-C17A3EC4CBD4}" dt="2024-10-02T16:59:42.595" v="371" actId="26606"/>
          <ac:spMkLst>
            <pc:docMk/>
            <pc:sldMk cId="42424254" sldId="263"/>
            <ac:spMk id="35" creationId="{BC8B9C14-70F0-4F42-85FF-0DD3D5A585A5}"/>
          </ac:spMkLst>
        </pc:spChg>
        <pc:spChg chg="add del">
          <ac:chgData name="Abheek Gulati" userId="ba09a449634813ec" providerId="LiveId" clId="{6AB54A94-B78C-4006-A489-C17A3EC4CBD4}" dt="2024-10-02T16:59:42.595" v="371" actId="26606"/>
          <ac:spMkLst>
            <pc:docMk/>
            <pc:sldMk cId="42424254" sldId="263"/>
            <ac:spMk id="37" creationId="{98DE6C44-43F8-4DE4-AB81-66853FFEA09A}"/>
          </ac:spMkLst>
        </pc:spChg>
        <pc:spChg chg="add del">
          <ac:chgData name="Abheek Gulati" userId="ba09a449634813ec" providerId="LiveId" clId="{6AB54A94-B78C-4006-A489-C17A3EC4CBD4}" dt="2024-10-02T16:59:42.595" v="371" actId="26606"/>
          <ac:spMkLst>
            <pc:docMk/>
            <pc:sldMk cId="42424254" sldId="263"/>
            <ac:spMk id="39" creationId="{2409529B-9B56-4F10-BE4D-F934DB89E57E}"/>
          </ac:spMkLst>
        </pc:spChg>
        <pc:spChg chg="add del">
          <ac:chgData name="Abheek Gulati" userId="ba09a449634813ec" providerId="LiveId" clId="{6AB54A94-B78C-4006-A489-C17A3EC4CBD4}" dt="2024-10-02T16:59:46.428" v="373" actId="26606"/>
          <ac:spMkLst>
            <pc:docMk/>
            <pc:sldMk cId="42424254" sldId="263"/>
            <ac:spMk id="41" creationId="{612F383F-B981-4BC3-9E2B-7BE938CEF3EC}"/>
          </ac:spMkLst>
        </pc:spChg>
        <pc:spChg chg="add del">
          <ac:chgData name="Abheek Gulati" userId="ba09a449634813ec" providerId="LiveId" clId="{6AB54A94-B78C-4006-A489-C17A3EC4CBD4}" dt="2024-10-02T16:59:46.428" v="373" actId="26606"/>
          <ac:spMkLst>
            <pc:docMk/>
            <pc:sldMk cId="42424254" sldId="263"/>
            <ac:spMk id="42" creationId="{5AA485AD-076E-4077-A6E6-C3C9F0C39FF2}"/>
          </ac:spMkLst>
        </pc:spChg>
        <pc:spChg chg="add del">
          <ac:chgData name="Abheek Gulati" userId="ba09a449634813ec" providerId="LiveId" clId="{6AB54A94-B78C-4006-A489-C17A3EC4CBD4}" dt="2024-10-02T16:59:46.428" v="373" actId="26606"/>
          <ac:spMkLst>
            <pc:docMk/>
            <pc:sldMk cId="42424254" sldId="263"/>
            <ac:spMk id="43" creationId="{58D235B8-3D10-493F-88AC-84BB404C1B5A}"/>
          </ac:spMkLst>
        </pc:spChg>
        <pc:spChg chg="add del">
          <ac:chgData name="Abheek Gulati" userId="ba09a449634813ec" providerId="LiveId" clId="{6AB54A94-B78C-4006-A489-C17A3EC4CBD4}" dt="2024-10-02T16:59:46.428" v="373" actId="26606"/>
          <ac:spMkLst>
            <pc:docMk/>
            <pc:sldMk cId="42424254" sldId="263"/>
            <ac:spMk id="44" creationId="{42A4FC2C-047E-45A5-965D-8E1E3BF09BC6}"/>
          </ac:spMkLst>
        </pc:spChg>
        <pc:spChg chg="add del">
          <ac:chgData name="Abheek Gulati" userId="ba09a449634813ec" providerId="LiveId" clId="{6AB54A94-B78C-4006-A489-C17A3EC4CBD4}" dt="2024-10-02T16:59:48.200" v="375" actId="26606"/>
          <ac:spMkLst>
            <pc:docMk/>
            <pc:sldMk cId="42424254" sldId="263"/>
            <ac:spMk id="47" creationId="{71A784BF-09DB-448D-99FC-B49DFC6605D5}"/>
          </ac:spMkLst>
        </pc:spChg>
        <pc:spChg chg="add del">
          <ac:chgData name="Abheek Gulati" userId="ba09a449634813ec" providerId="LiveId" clId="{6AB54A94-B78C-4006-A489-C17A3EC4CBD4}" dt="2024-10-02T16:59:48.200" v="375" actId="26606"/>
          <ac:spMkLst>
            <pc:docMk/>
            <pc:sldMk cId="42424254" sldId="263"/>
            <ac:spMk id="48" creationId="{917859B3-4C91-478D-929D-BB6433F90849}"/>
          </ac:spMkLst>
        </pc:spChg>
        <pc:spChg chg="add del">
          <ac:chgData name="Abheek Gulati" userId="ba09a449634813ec" providerId="LiveId" clId="{6AB54A94-B78C-4006-A489-C17A3EC4CBD4}" dt="2024-10-02T16:59:48.200" v="375" actId="26606"/>
          <ac:spMkLst>
            <pc:docMk/>
            <pc:sldMk cId="42424254" sldId="263"/>
            <ac:spMk id="49" creationId="{6283FBD2-A663-469F-855C-06D86E3C1161}"/>
          </ac:spMkLst>
        </pc:spChg>
        <pc:spChg chg="add del">
          <ac:chgData name="Abheek Gulati" userId="ba09a449634813ec" providerId="LiveId" clId="{6AB54A94-B78C-4006-A489-C17A3EC4CBD4}" dt="2024-10-02T16:59:48.200" v="375" actId="26606"/>
          <ac:spMkLst>
            <pc:docMk/>
            <pc:sldMk cId="42424254" sldId="263"/>
            <ac:spMk id="50" creationId="{8A1279FC-7441-4E55-B082-2774E6316482}"/>
          </ac:spMkLst>
        </pc:spChg>
        <pc:spChg chg="add del">
          <ac:chgData name="Abheek Gulati" userId="ba09a449634813ec" providerId="LiveId" clId="{6AB54A94-B78C-4006-A489-C17A3EC4CBD4}" dt="2024-10-02T16:59:48.200" v="375" actId="26606"/>
          <ac:spMkLst>
            <pc:docMk/>
            <pc:sldMk cId="42424254" sldId="263"/>
            <ac:spMk id="51" creationId="{73DE2D56-E043-510F-3DA4-7CEFB63A3107}"/>
          </ac:spMkLst>
        </pc:spChg>
        <pc:spChg chg="add del">
          <ac:chgData name="Abheek Gulati" userId="ba09a449634813ec" providerId="LiveId" clId="{6AB54A94-B78C-4006-A489-C17A3EC4CBD4}" dt="2024-10-02T16:59:51.585" v="377" actId="26606"/>
          <ac:spMkLst>
            <pc:docMk/>
            <pc:sldMk cId="42424254" sldId="263"/>
            <ac:spMk id="53" creationId="{AA3CC463-F933-4AC4-86E1-5AC14B0C3163}"/>
          </ac:spMkLst>
        </pc:spChg>
        <pc:spChg chg="add del">
          <ac:chgData name="Abheek Gulati" userId="ba09a449634813ec" providerId="LiveId" clId="{6AB54A94-B78C-4006-A489-C17A3EC4CBD4}" dt="2024-10-02T16:59:51.585" v="377" actId="26606"/>
          <ac:spMkLst>
            <pc:docMk/>
            <pc:sldMk cId="42424254" sldId="263"/>
            <ac:spMk id="54" creationId="{6025D2DB-A12A-44DB-B00E-F4D622329EDD}"/>
          </ac:spMkLst>
        </pc:spChg>
        <pc:spChg chg="add del">
          <ac:chgData name="Abheek Gulati" userId="ba09a449634813ec" providerId="LiveId" clId="{6AB54A94-B78C-4006-A489-C17A3EC4CBD4}" dt="2024-10-02T16:59:51.585" v="377" actId="26606"/>
          <ac:spMkLst>
            <pc:docMk/>
            <pc:sldMk cId="42424254" sldId="263"/>
            <ac:spMk id="55" creationId="{CE7E7877-F64E-4EEA-B778-138031EFF874}"/>
          </ac:spMkLst>
        </pc:spChg>
        <pc:spChg chg="add del">
          <ac:chgData name="Abheek Gulati" userId="ba09a449634813ec" providerId="LiveId" clId="{6AB54A94-B78C-4006-A489-C17A3EC4CBD4}" dt="2024-10-02T16:59:51.585" v="377" actId="26606"/>
          <ac:spMkLst>
            <pc:docMk/>
            <pc:sldMk cId="42424254" sldId="263"/>
            <ac:spMk id="56" creationId="{7DD6C4F3-70FD-4F13-919C-702EE4886499}"/>
          </ac:spMkLst>
        </pc:spChg>
        <pc:spChg chg="add del">
          <ac:chgData name="Abheek Gulati" userId="ba09a449634813ec" providerId="LiveId" clId="{6AB54A94-B78C-4006-A489-C17A3EC4CBD4}" dt="2024-10-02T16:59:53.367" v="379" actId="26606"/>
          <ac:spMkLst>
            <pc:docMk/>
            <pc:sldMk cId="42424254" sldId="263"/>
            <ac:spMk id="58" creationId="{71A784BF-09DB-448D-99FC-B49DFC6605D5}"/>
          </ac:spMkLst>
        </pc:spChg>
        <pc:spChg chg="add del">
          <ac:chgData name="Abheek Gulati" userId="ba09a449634813ec" providerId="LiveId" clId="{6AB54A94-B78C-4006-A489-C17A3EC4CBD4}" dt="2024-10-02T16:59:53.367" v="379" actId="26606"/>
          <ac:spMkLst>
            <pc:docMk/>
            <pc:sldMk cId="42424254" sldId="263"/>
            <ac:spMk id="59" creationId="{917859B3-4C91-478D-929D-BB6433F90849}"/>
          </ac:spMkLst>
        </pc:spChg>
        <pc:spChg chg="add del">
          <ac:chgData name="Abheek Gulati" userId="ba09a449634813ec" providerId="LiveId" clId="{6AB54A94-B78C-4006-A489-C17A3EC4CBD4}" dt="2024-10-02T16:59:53.367" v="379" actId="26606"/>
          <ac:spMkLst>
            <pc:docMk/>
            <pc:sldMk cId="42424254" sldId="263"/>
            <ac:spMk id="60" creationId="{6283FBD2-A663-469F-855C-06D86E3C1161}"/>
          </ac:spMkLst>
        </pc:spChg>
        <pc:spChg chg="add del">
          <ac:chgData name="Abheek Gulati" userId="ba09a449634813ec" providerId="LiveId" clId="{6AB54A94-B78C-4006-A489-C17A3EC4CBD4}" dt="2024-10-02T16:59:53.367" v="379" actId="26606"/>
          <ac:spMkLst>
            <pc:docMk/>
            <pc:sldMk cId="42424254" sldId="263"/>
            <ac:spMk id="61" creationId="{8A1279FC-7441-4E55-B082-2774E6316482}"/>
          </ac:spMkLst>
        </pc:spChg>
        <pc:spChg chg="add del">
          <ac:chgData name="Abheek Gulati" userId="ba09a449634813ec" providerId="LiveId" clId="{6AB54A94-B78C-4006-A489-C17A3EC4CBD4}" dt="2024-10-02T16:59:53.367" v="379" actId="26606"/>
          <ac:spMkLst>
            <pc:docMk/>
            <pc:sldMk cId="42424254" sldId="263"/>
            <ac:spMk id="62" creationId="{73DE2D56-E043-510F-3DA4-7CEFB63A3107}"/>
          </ac:spMkLst>
        </pc:spChg>
        <pc:spChg chg="add del">
          <ac:chgData name="Abheek Gulati" userId="ba09a449634813ec" providerId="LiveId" clId="{6AB54A94-B78C-4006-A489-C17A3EC4CBD4}" dt="2024-10-02T16:59:54.691" v="381" actId="26606"/>
          <ac:spMkLst>
            <pc:docMk/>
            <pc:sldMk cId="42424254" sldId="263"/>
            <ac:spMk id="64" creationId="{799448F2-0E5B-42DA-B2D1-11A14E947BD4}"/>
          </ac:spMkLst>
        </pc:spChg>
        <pc:spChg chg="add del">
          <ac:chgData name="Abheek Gulati" userId="ba09a449634813ec" providerId="LiveId" clId="{6AB54A94-B78C-4006-A489-C17A3EC4CBD4}" dt="2024-10-02T16:59:54.691" v="381" actId="26606"/>
          <ac:spMkLst>
            <pc:docMk/>
            <pc:sldMk cId="42424254" sldId="263"/>
            <ac:spMk id="65" creationId="{4E8A7552-20E1-4F34-ADAB-C1DB6634D47E}"/>
          </ac:spMkLst>
        </pc:spChg>
        <pc:spChg chg="add del">
          <ac:chgData name="Abheek Gulati" userId="ba09a449634813ec" providerId="LiveId" clId="{6AB54A94-B78C-4006-A489-C17A3EC4CBD4}" dt="2024-10-02T16:59:56.615" v="383" actId="26606"/>
          <ac:spMkLst>
            <pc:docMk/>
            <pc:sldMk cId="42424254" sldId="263"/>
            <ac:spMk id="67" creationId="{71A784BF-09DB-448D-99FC-B49DFC6605D5}"/>
          </ac:spMkLst>
        </pc:spChg>
        <pc:spChg chg="add del">
          <ac:chgData name="Abheek Gulati" userId="ba09a449634813ec" providerId="LiveId" clId="{6AB54A94-B78C-4006-A489-C17A3EC4CBD4}" dt="2024-10-02T16:59:56.615" v="383" actId="26606"/>
          <ac:spMkLst>
            <pc:docMk/>
            <pc:sldMk cId="42424254" sldId="263"/>
            <ac:spMk id="68" creationId="{917859B3-4C91-478D-929D-BB6433F90849}"/>
          </ac:spMkLst>
        </pc:spChg>
        <pc:spChg chg="add del">
          <ac:chgData name="Abheek Gulati" userId="ba09a449634813ec" providerId="LiveId" clId="{6AB54A94-B78C-4006-A489-C17A3EC4CBD4}" dt="2024-10-02T16:59:56.615" v="383" actId="26606"/>
          <ac:spMkLst>
            <pc:docMk/>
            <pc:sldMk cId="42424254" sldId="263"/>
            <ac:spMk id="69" creationId="{6283FBD2-A663-469F-855C-06D86E3C1161}"/>
          </ac:spMkLst>
        </pc:spChg>
        <pc:spChg chg="add del">
          <ac:chgData name="Abheek Gulati" userId="ba09a449634813ec" providerId="LiveId" clId="{6AB54A94-B78C-4006-A489-C17A3EC4CBD4}" dt="2024-10-02T16:59:56.615" v="383" actId="26606"/>
          <ac:spMkLst>
            <pc:docMk/>
            <pc:sldMk cId="42424254" sldId="263"/>
            <ac:spMk id="70" creationId="{8A1279FC-7441-4E55-B082-2774E6316482}"/>
          </ac:spMkLst>
        </pc:spChg>
        <pc:spChg chg="add del">
          <ac:chgData name="Abheek Gulati" userId="ba09a449634813ec" providerId="LiveId" clId="{6AB54A94-B78C-4006-A489-C17A3EC4CBD4}" dt="2024-10-02T16:59:56.615" v="383" actId="26606"/>
          <ac:spMkLst>
            <pc:docMk/>
            <pc:sldMk cId="42424254" sldId="263"/>
            <ac:spMk id="71" creationId="{73DE2D56-E043-510F-3DA4-7CEFB63A3107}"/>
          </ac:spMkLst>
        </pc:spChg>
        <pc:spChg chg="add del">
          <ac:chgData name="Abheek Gulati" userId="ba09a449634813ec" providerId="LiveId" clId="{6AB54A94-B78C-4006-A489-C17A3EC4CBD4}" dt="2024-10-02T16:59:56.979" v="385" actId="26606"/>
          <ac:spMkLst>
            <pc:docMk/>
            <pc:sldMk cId="42424254" sldId="263"/>
            <ac:spMk id="73" creationId="{AA3CC463-F933-4AC4-86E1-5AC14B0C3163}"/>
          </ac:spMkLst>
        </pc:spChg>
        <pc:spChg chg="add del">
          <ac:chgData name="Abheek Gulati" userId="ba09a449634813ec" providerId="LiveId" clId="{6AB54A94-B78C-4006-A489-C17A3EC4CBD4}" dt="2024-10-02T16:59:56.979" v="385" actId="26606"/>
          <ac:spMkLst>
            <pc:docMk/>
            <pc:sldMk cId="42424254" sldId="263"/>
            <ac:spMk id="74" creationId="{6025D2DB-A12A-44DB-B00E-F4D622329EDD}"/>
          </ac:spMkLst>
        </pc:spChg>
        <pc:spChg chg="add del">
          <ac:chgData name="Abheek Gulati" userId="ba09a449634813ec" providerId="LiveId" clId="{6AB54A94-B78C-4006-A489-C17A3EC4CBD4}" dt="2024-10-02T16:59:56.979" v="385" actId="26606"/>
          <ac:spMkLst>
            <pc:docMk/>
            <pc:sldMk cId="42424254" sldId="263"/>
            <ac:spMk id="75" creationId="{CE7E7877-F64E-4EEA-B778-138031EFF874}"/>
          </ac:spMkLst>
        </pc:spChg>
        <pc:spChg chg="add del">
          <ac:chgData name="Abheek Gulati" userId="ba09a449634813ec" providerId="LiveId" clId="{6AB54A94-B78C-4006-A489-C17A3EC4CBD4}" dt="2024-10-02T16:59:56.979" v="385" actId="26606"/>
          <ac:spMkLst>
            <pc:docMk/>
            <pc:sldMk cId="42424254" sldId="263"/>
            <ac:spMk id="76" creationId="{7DD6C4F3-70FD-4F13-919C-702EE4886499}"/>
          </ac:spMkLst>
        </pc:spChg>
        <pc:spChg chg="add del">
          <ac:chgData name="Abheek Gulati" userId="ba09a449634813ec" providerId="LiveId" clId="{6AB54A94-B78C-4006-A489-C17A3EC4CBD4}" dt="2024-10-02T17:00:06.238" v="387" actId="26606"/>
          <ac:spMkLst>
            <pc:docMk/>
            <pc:sldMk cId="42424254" sldId="263"/>
            <ac:spMk id="78" creationId="{A93898FF-D987-4B0E-BFB4-85F5EB356D4D}"/>
          </ac:spMkLst>
        </pc:spChg>
        <pc:spChg chg="add del">
          <ac:chgData name="Abheek Gulati" userId="ba09a449634813ec" providerId="LiveId" clId="{6AB54A94-B78C-4006-A489-C17A3EC4CBD4}" dt="2024-10-02T17:00:06.238" v="387" actId="26606"/>
          <ac:spMkLst>
            <pc:docMk/>
            <pc:sldMk cId="42424254" sldId="263"/>
            <ac:spMk id="79" creationId="{612F383F-B981-4BC3-9E2B-7BE938CEF3EC}"/>
          </ac:spMkLst>
        </pc:spChg>
        <pc:spChg chg="add del">
          <ac:chgData name="Abheek Gulati" userId="ba09a449634813ec" providerId="LiveId" clId="{6AB54A94-B78C-4006-A489-C17A3EC4CBD4}" dt="2024-10-02T17:00:06.238" v="387" actId="26606"/>
          <ac:spMkLst>
            <pc:docMk/>
            <pc:sldMk cId="42424254" sldId="263"/>
            <ac:spMk id="80" creationId="{5AA485AD-076E-4077-A6E6-C3C9F0C39FF2}"/>
          </ac:spMkLst>
        </pc:spChg>
        <pc:spChg chg="add del">
          <ac:chgData name="Abheek Gulati" userId="ba09a449634813ec" providerId="LiveId" clId="{6AB54A94-B78C-4006-A489-C17A3EC4CBD4}" dt="2024-10-02T17:00:06.238" v="387" actId="26606"/>
          <ac:spMkLst>
            <pc:docMk/>
            <pc:sldMk cId="42424254" sldId="263"/>
            <ac:spMk id="81" creationId="{58D235B8-3D10-493F-88AC-84BB404C1B5A}"/>
          </ac:spMkLst>
        </pc:spChg>
        <pc:spChg chg="add del">
          <ac:chgData name="Abheek Gulati" userId="ba09a449634813ec" providerId="LiveId" clId="{6AB54A94-B78C-4006-A489-C17A3EC4CBD4}" dt="2024-10-02T17:00:06.238" v="387" actId="26606"/>
          <ac:spMkLst>
            <pc:docMk/>
            <pc:sldMk cId="42424254" sldId="263"/>
            <ac:spMk id="82" creationId="{42A4FC2C-047E-45A5-965D-8E1E3BF09BC6}"/>
          </ac:spMkLst>
        </pc:spChg>
        <pc:spChg chg="add del">
          <ac:chgData name="Abheek Gulati" userId="ba09a449634813ec" providerId="LiveId" clId="{6AB54A94-B78C-4006-A489-C17A3EC4CBD4}" dt="2024-10-02T17:00:07.136" v="389" actId="26606"/>
          <ac:spMkLst>
            <pc:docMk/>
            <pc:sldMk cId="42424254" sldId="263"/>
            <ac:spMk id="85" creationId="{799448F2-0E5B-42DA-B2D1-11A14E947BD4}"/>
          </ac:spMkLst>
        </pc:spChg>
        <pc:spChg chg="add del">
          <ac:chgData name="Abheek Gulati" userId="ba09a449634813ec" providerId="LiveId" clId="{6AB54A94-B78C-4006-A489-C17A3EC4CBD4}" dt="2024-10-02T17:00:07.136" v="389" actId="26606"/>
          <ac:spMkLst>
            <pc:docMk/>
            <pc:sldMk cId="42424254" sldId="263"/>
            <ac:spMk id="86" creationId="{4E8A7552-20E1-4F34-ADAB-C1DB6634D47E}"/>
          </ac:spMkLst>
        </pc:spChg>
        <pc:spChg chg="add del">
          <ac:chgData name="Abheek Gulati" userId="ba09a449634813ec" providerId="LiveId" clId="{6AB54A94-B78C-4006-A489-C17A3EC4CBD4}" dt="2024-10-02T17:00:10.580" v="391" actId="26606"/>
          <ac:spMkLst>
            <pc:docMk/>
            <pc:sldMk cId="42424254" sldId="263"/>
            <ac:spMk id="88" creationId="{1E9986A5-A7D1-4022-BAC0-885FB7A141AE}"/>
          </ac:spMkLst>
        </pc:spChg>
        <pc:spChg chg="add del">
          <ac:chgData name="Abheek Gulati" userId="ba09a449634813ec" providerId="LiveId" clId="{6AB54A94-B78C-4006-A489-C17A3EC4CBD4}" dt="2024-10-02T17:00:10.580" v="391" actId="26606"/>
          <ac:spMkLst>
            <pc:docMk/>
            <pc:sldMk cId="42424254" sldId="263"/>
            <ac:spMk id="89" creationId="{D2758DA7-6A89-49A1-B9F5-546D993242F8}"/>
          </ac:spMkLst>
        </pc:spChg>
        <pc:spChg chg="add del">
          <ac:chgData name="Abheek Gulati" userId="ba09a449634813ec" providerId="LiveId" clId="{6AB54A94-B78C-4006-A489-C17A3EC4CBD4}" dt="2024-10-02T17:00:10.580" v="391" actId="26606"/>
          <ac:spMkLst>
            <pc:docMk/>
            <pc:sldMk cId="42424254" sldId="263"/>
            <ac:spMk id="90" creationId="{4F00BB54-2177-207E-E14C-6C703311BFAE}"/>
          </ac:spMkLst>
        </pc:spChg>
        <pc:spChg chg="add del">
          <ac:chgData name="Abheek Gulati" userId="ba09a449634813ec" providerId="LiveId" clId="{6AB54A94-B78C-4006-A489-C17A3EC4CBD4}" dt="2024-10-02T17:00:12.040" v="393" actId="26606"/>
          <ac:spMkLst>
            <pc:docMk/>
            <pc:sldMk cId="42424254" sldId="263"/>
            <ac:spMk id="92" creationId="{AD96FDFD-4E42-4A06-B8B5-768A1DB9C2A9}"/>
          </ac:spMkLst>
        </pc:spChg>
        <pc:spChg chg="add del">
          <ac:chgData name="Abheek Gulati" userId="ba09a449634813ec" providerId="LiveId" clId="{6AB54A94-B78C-4006-A489-C17A3EC4CBD4}" dt="2024-10-02T17:00:12.040" v="393" actId="26606"/>
          <ac:spMkLst>
            <pc:docMk/>
            <pc:sldMk cId="42424254" sldId="263"/>
            <ac:spMk id="93" creationId="{8195E798-B2DB-D16E-3687-A0F95E7CBFBF}"/>
          </ac:spMkLst>
        </pc:spChg>
        <pc:spChg chg="add del">
          <ac:chgData name="Abheek Gulati" userId="ba09a449634813ec" providerId="LiveId" clId="{6AB54A94-B78C-4006-A489-C17A3EC4CBD4}" dt="2024-10-02T17:00:14.348" v="395" actId="26606"/>
          <ac:spMkLst>
            <pc:docMk/>
            <pc:sldMk cId="42424254" sldId="263"/>
            <ac:spMk id="95" creationId="{A93898FF-D987-4B0E-BFB4-85F5EB356D4D}"/>
          </ac:spMkLst>
        </pc:spChg>
        <pc:spChg chg="add del">
          <ac:chgData name="Abheek Gulati" userId="ba09a449634813ec" providerId="LiveId" clId="{6AB54A94-B78C-4006-A489-C17A3EC4CBD4}" dt="2024-10-02T17:00:14.348" v="395" actId="26606"/>
          <ac:spMkLst>
            <pc:docMk/>
            <pc:sldMk cId="42424254" sldId="263"/>
            <ac:spMk id="96" creationId="{612F383F-B981-4BC3-9E2B-7BE938CEF3EC}"/>
          </ac:spMkLst>
        </pc:spChg>
        <pc:spChg chg="add del">
          <ac:chgData name="Abheek Gulati" userId="ba09a449634813ec" providerId="LiveId" clId="{6AB54A94-B78C-4006-A489-C17A3EC4CBD4}" dt="2024-10-02T17:00:14.348" v="395" actId="26606"/>
          <ac:spMkLst>
            <pc:docMk/>
            <pc:sldMk cId="42424254" sldId="263"/>
            <ac:spMk id="97" creationId="{5AA485AD-076E-4077-A6E6-C3C9F0C39FF2}"/>
          </ac:spMkLst>
        </pc:spChg>
        <pc:spChg chg="add del">
          <ac:chgData name="Abheek Gulati" userId="ba09a449634813ec" providerId="LiveId" clId="{6AB54A94-B78C-4006-A489-C17A3EC4CBD4}" dt="2024-10-02T17:00:14.348" v="395" actId="26606"/>
          <ac:spMkLst>
            <pc:docMk/>
            <pc:sldMk cId="42424254" sldId="263"/>
            <ac:spMk id="98" creationId="{58D235B8-3D10-493F-88AC-84BB404C1B5A}"/>
          </ac:spMkLst>
        </pc:spChg>
        <pc:spChg chg="add del">
          <ac:chgData name="Abheek Gulati" userId="ba09a449634813ec" providerId="LiveId" clId="{6AB54A94-B78C-4006-A489-C17A3EC4CBD4}" dt="2024-10-02T17:00:14.348" v="395" actId="26606"/>
          <ac:spMkLst>
            <pc:docMk/>
            <pc:sldMk cId="42424254" sldId="263"/>
            <ac:spMk id="99" creationId="{42A4FC2C-047E-45A5-965D-8E1E3BF09BC6}"/>
          </ac:spMkLst>
        </pc:spChg>
        <pc:spChg chg="add del">
          <ac:chgData name="Abheek Gulati" userId="ba09a449634813ec" providerId="LiveId" clId="{6AB54A94-B78C-4006-A489-C17A3EC4CBD4}" dt="2024-10-02T17:00:15.946" v="397" actId="26606"/>
          <ac:spMkLst>
            <pc:docMk/>
            <pc:sldMk cId="42424254" sldId="263"/>
            <ac:spMk id="102" creationId="{1E9986A5-A7D1-4022-BAC0-885FB7A141AE}"/>
          </ac:spMkLst>
        </pc:spChg>
        <pc:spChg chg="add del">
          <ac:chgData name="Abheek Gulati" userId="ba09a449634813ec" providerId="LiveId" clId="{6AB54A94-B78C-4006-A489-C17A3EC4CBD4}" dt="2024-10-02T17:00:15.946" v="397" actId="26606"/>
          <ac:spMkLst>
            <pc:docMk/>
            <pc:sldMk cId="42424254" sldId="263"/>
            <ac:spMk id="103" creationId="{D2758DA7-6A89-49A1-B9F5-546D993242F8}"/>
          </ac:spMkLst>
        </pc:spChg>
        <pc:spChg chg="add del">
          <ac:chgData name="Abheek Gulati" userId="ba09a449634813ec" providerId="LiveId" clId="{6AB54A94-B78C-4006-A489-C17A3EC4CBD4}" dt="2024-10-02T17:00:15.946" v="397" actId="26606"/>
          <ac:spMkLst>
            <pc:docMk/>
            <pc:sldMk cId="42424254" sldId="263"/>
            <ac:spMk id="104" creationId="{4F00BB54-2177-207E-E14C-6C703311BFAE}"/>
          </ac:spMkLst>
        </pc:spChg>
        <pc:spChg chg="add del">
          <ac:chgData name="Abheek Gulati" userId="ba09a449634813ec" providerId="LiveId" clId="{6AB54A94-B78C-4006-A489-C17A3EC4CBD4}" dt="2024-10-02T17:00:23.099" v="402" actId="26606"/>
          <ac:spMkLst>
            <pc:docMk/>
            <pc:sldMk cId="42424254" sldId="263"/>
            <ac:spMk id="106" creationId="{B3F59054-3394-4D87-8BD0-A28DCD47F1BC}"/>
          </ac:spMkLst>
        </pc:spChg>
        <pc:spChg chg="add del">
          <ac:chgData name="Abheek Gulati" userId="ba09a449634813ec" providerId="LiveId" clId="{6AB54A94-B78C-4006-A489-C17A3EC4CBD4}" dt="2024-10-02T17:00:23.099" v="402" actId="26606"/>
          <ac:spMkLst>
            <pc:docMk/>
            <pc:sldMk cId="42424254" sldId="263"/>
            <ac:spMk id="107" creationId="{2FE0ABA9-CAF1-4816-837D-5F28AAA08E0A}"/>
          </ac:spMkLst>
        </pc:spChg>
        <pc:spChg chg="add del">
          <ac:chgData name="Abheek Gulati" userId="ba09a449634813ec" providerId="LiveId" clId="{6AB54A94-B78C-4006-A489-C17A3EC4CBD4}" dt="2024-10-02T17:00:23.099" v="402" actId="26606"/>
          <ac:spMkLst>
            <pc:docMk/>
            <pc:sldMk cId="42424254" sldId="263"/>
            <ac:spMk id="108" creationId="{BC8B9C14-70F0-4F42-85FF-0DD3D5A585A5}"/>
          </ac:spMkLst>
        </pc:spChg>
        <pc:spChg chg="add del">
          <ac:chgData name="Abheek Gulati" userId="ba09a449634813ec" providerId="LiveId" clId="{6AB54A94-B78C-4006-A489-C17A3EC4CBD4}" dt="2024-10-02T17:00:23.099" v="402" actId="26606"/>
          <ac:spMkLst>
            <pc:docMk/>
            <pc:sldMk cId="42424254" sldId="263"/>
            <ac:spMk id="109" creationId="{98DE6C44-43F8-4DE4-AB81-66853FFEA09A}"/>
          </ac:spMkLst>
        </pc:spChg>
        <pc:spChg chg="add del">
          <ac:chgData name="Abheek Gulati" userId="ba09a449634813ec" providerId="LiveId" clId="{6AB54A94-B78C-4006-A489-C17A3EC4CBD4}" dt="2024-10-02T17:00:23.099" v="402" actId="26606"/>
          <ac:spMkLst>
            <pc:docMk/>
            <pc:sldMk cId="42424254" sldId="263"/>
            <ac:spMk id="110" creationId="{2409529B-9B56-4F10-BE4D-F934DB89E57E}"/>
          </ac:spMkLst>
        </pc:spChg>
        <pc:spChg chg="add del">
          <ac:chgData name="Abheek Gulati" userId="ba09a449634813ec" providerId="LiveId" clId="{6AB54A94-B78C-4006-A489-C17A3EC4CBD4}" dt="2024-10-02T17:00:18.849" v="399" actId="478"/>
          <ac:spMkLst>
            <pc:docMk/>
            <pc:sldMk cId="42424254" sldId="263"/>
            <ac:spMk id="111" creationId="{4F006643-23F2-D4A8-DA63-778A4725CCFE}"/>
          </ac:spMkLst>
        </pc:spChg>
        <pc:spChg chg="add del">
          <ac:chgData name="Abheek Gulati" userId="ba09a449634813ec" providerId="LiveId" clId="{6AB54A94-B78C-4006-A489-C17A3EC4CBD4}" dt="2024-10-02T17:00:23.097" v="401" actId="26606"/>
          <ac:spMkLst>
            <pc:docMk/>
            <pc:sldMk cId="42424254" sldId="263"/>
            <ac:spMk id="115" creationId="{6C2997EE-0889-44C3-AC0D-18F26AC9AAAB}"/>
          </ac:spMkLst>
        </pc:spChg>
        <pc:spChg chg="add">
          <ac:chgData name="Abheek Gulati" userId="ba09a449634813ec" providerId="LiveId" clId="{6AB54A94-B78C-4006-A489-C17A3EC4CBD4}" dt="2024-10-02T17:00:23.099" v="402" actId="26606"/>
          <ac:spMkLst>
            <pc:docMk/>
            <pc:sldMk cId="42424254" sldId="263"/>
            <ac:spMk id="117" creationId="{5CD271E5-55BF-4266-A3A7-CFCC30518840}"/>
          </ac:spMkLst>
        </pc:spChg>
        <pc:spChg chg="add">
          <ac:chgData name="Abheek Gulati" userId="ba09a449634813ec" providerId="LiveId" clId="{6AB54A94-B78C-4006-A489-C17A3EC4CBD4}" dt="2024-10-02T17:00:23.099" v="402" actId="26606"/>
          <ac:spMkLst>
            <pc:docMk/>
            <pc:sldMk cId="42424254" sldId="263"/>
            <ac:spMk id="118" creationId="{CFE55B3F-4634-4A41-B146-E6251581E807}"/>
          </ac:spMkLst>
        </pc:spChg>
        <pc:picChg chg="add mod ord">
          <ac:chgData name="Abheek Gulati" userId="ba09a449634813ec" providerId="LiveId" clId="{6AB54A94-B78C-4006-A489-C17A3EC4CBD4}" dt="2024-10-02T17:00:23.099" v="402" actId="26606"/>
          <ac:picMkLst>
            <pc:docMk/>
            <pc:sldMk cId="42424254" sldId="263"/>
            <ac:picMk id="5" creationId="{43A38DDD-E2F0-8524-7E2D-A2027B95B908}"/>
          </ac:picMkLst>
        </pc:picChg>
        <pc:picChg chg="add mod ord">
          <ac:chgData name="Abheek Gulati" userId="ba09a449634813ec" providerId="LiveId" clId="{6AB54A94-B78C-4006-A489-C17A3EC4CBD4}" dt="2024-10-02T17:00:23.099" v="402" actId="26606"/>
          <ac:picMkLst>
            <pc:docMk/>
            <pc:sldMk cId="42424254" sldId="263"/>
            <ac:picMk id="7" creationId="{7A2F6E4A-2E77-D660-05C8-374FB389C277}"/>
          </ac:picMkLst>
        </pc:picChg>
        <pc:picChg chg="add mod ord">
          <ac:chgData name="Abheek Gulati" userId="ba09a449634813ec" providerId="LiveId" clId="{6AB54A94-B78C-4006-A489-C17A3EC4CBD4}" dt="2024-10-02T17:00:23.099" v="402" actId="26606"/>
          <ac:picMkLst>
            <pc:docMk/>
            <pc:sldMk cId="42424254" sldId="263"/>
            <ac:picMk id="9" creationId="{7CB483E8-B3AD-2084-D13C-13FE9F70E82F}"/>
          </ac:picMkLst>
        </pc:picChg>
        <pc:picChg chg="add del">
          <ac:chgData name="Abheek Gulati" userId="ba09a449634813ec" providerId="LiveId" clId="{6AB54A94-B78C-4006-A489-C17A3EC4CBD4}" dt="2024-10-02T17:00:16.095" v="398" actId="26606"/>
          <ac:picMkLst>
            <pc:docMk/>
            <pc:sldMk cId="42424254" sldId="263"/>
            <ac:picMk id="24" creationId="{D088DBDF-80D5-4FC0-8A54-9D660B728DC4}"/>
          </ac:picMkLst>
        </pc:picChg>
        <pc:picChg chg="add del">
          <ac:chgData name="Abheek Gulati" userId="ba09a449634813ec" providerId="LiveId" clId="{6AB54A94-B78C-4006-A489-C17A3EC4CBD4}" dt="2024-10-02T16:59:46.428" v="373" actId="26606"/>
          <ac:picMkLst>
            <pc:docMk/>
            <pc:sldMk cId="42424254" sldId="263"/>
            <ac:picMk id="45" creationId="{D088DBDF-80D5-4FC0-8A54-9D660B728DC4}"/>
          </ac:picMkLst>
        </pc:picChg>
        <pc:picChg chg="add del">
          <ac:chgData name="Abheek Gulati" userId="ba09a449634813ec" providerId="LiveId" clId="{6AB54A94-B78C-4006-A489-C17A3EC4CBD4}" dt="2024-10-02T17:00:06.238" v="387" actId="26606"/>
          <ac:picMkLst>
            <pc:docMk/>
            <pc:sldMk cId="42424254" sldId="263"/>
            <ac:picMk id="83" creationId="{D088DBDF-80D5-4FC0-8A54-9D660B728DC4}"/>
          </ac:picMkLst>
        </pc:picChg>
        <pc:picChg chg="add del">
          <ac:chgData name="Abheek Gulati" userId="ba09a449634813ec" providerId="LiveId" clId="{6AB54A94-B78C-4006-A489-C17A3EC4CBD4}" dt="2024-10-02T17:00:14.348" v="395" actId="26606"/>
          <ac:picMkLst>
            <pc:docMk/>
            <pc:sldMk cId="42424254" sldId="263"/>
            <ac:picMk id="100" creationId="{D088DBDF-80D5-4FC0-8A54-9D660B728DC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41751-6F52-0BD2-1BB0-E8A6210971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E40165-4F0C-059A-77F1-6B9F296BC5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96D12C-BDE6-A752-C9E3-FF7685F1A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167FF-E1C7-40D6-A953-D0151E556448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96BB23-09B8-0D25-BE87-25B823827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216441-026B-19D1-073B-80E4867AC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67B0-35FD-44D3-A3DC-A2A4A7878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144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F27CA-F778-53A2-FC49-600E69D03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E510B-775B-1E6A-FD5F-54AAC5CEAF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89B6C-228B-6F29-2B37-5B62059AB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167FF-E1C7-40D6-A953-D0151E556448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75B9A-4447-857A-994B-025DE7914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8291ED-67D8-5A4E-E977-820C1E5B1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67B0-35FD-44D3-A3DC-A2A4A7878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791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8E527-4CAC-174C-7098-73E4BE583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90DDCC-E5A2-2BF2-94C1-6E48E8D396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FFCB7D-55D8-EACC-537C-0B2E62849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167FF-E1C7-40D6-A953-D0151E556448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A0BF6B-691E-AAF3-9887-937A0868A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6EB0B-2C71-B944-6AF3-FE934B4B9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67B0-35FD-44D3-A3DC-A2A4A7878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217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4435B-2053-774C-759F-C114DA0A3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67CE1-7DC0-D328-769C-37F3991C17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8EC592-AE03-FDBA-3478-0DB4512879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8968B7-1AAD-9C28-D3DD-D16AFCC2C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167FF-E1C7-40D6-A953-D0151E556448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0F9CB4-7610-AA66-202D-C7A794F59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32CBA7-63F7-D9C0-9138-A151F89A0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67B0-35FD-44D3-A3DC-A2A4A7878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34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C43D6-113D-F19D-AA6F-0BEDA4E43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09F6E4-11F3-4E1F-EEAE-A6374BCED4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5A9010-5A61-A0FC-BA39-49954C0AE6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A5E42C-F6F3-5E0D-67F9-56D105EAE3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FC0789-17C5-4757-2A4B-DB2C09445C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2361BF-CB4A-477C-792A-2DADA82A2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167FF-E1C7-40D6-A953-D0151E556448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2C60F9-D70A-50FC-937C-AD163F698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2CC428-E13A-05BB-C744-E5ABBABFC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67B0-35FD-44D3-A3DC-A2A4A7878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653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B0FC6-61BC-CBFB-CEC6-1A497677F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378FB5-DF82-07CD-F352-701D9D71B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167FF-E1C7-40D6-A953-D0151E556448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82197A-19A6-53FD-7BC5-C2C864ACB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1A2D3D-E29A-7A97-9834-81BB30534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67B0-35FD-44D3-A3DC-A2A4A7878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059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C61720-1061-55B8-1FE4-8CCC0EDEE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167FF-E1C7-40D6-A953-D0151E556448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A628BC-2BC7-3692-CA5D-39D6C58BC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7B7E2D-F3B1-C0FA-3D1E-BC2A98B4A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67B0-35FD-44D3-A3DC-A2A4A7878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95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F5DA6-2BE4-1E69-08A3-77EF9D9F7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E4CA7-8664-36DE-EFC4-BA06E09CB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AE38BF-3603-0E7D-A4D2-85146A0270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DF8D1D-BD48-EC28-F866-041ABB6B5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167FF-E1C7-40D6-A953-D0151E556448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D51BD1-5253-A9F6-15E8-479498A44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65DB65-7FBC-F9B7-2B06-CE589C9BB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67B0-35FD-44D3-A3DC-A2A4A7878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257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6ABB9-6034-F367-B239-90B444094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5877FC-74BD-7BEA-16C4-E8F4C56FB1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7D1A3D-5B5A-07A1-02CB-F44ED49626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FA9954-E2AE-2DF8-D93F-72117CAD8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167FF-E1C7-40D6-A953-D0151E556448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2E2FCA-0D66-C2BB-18D0-39EE9AD97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66DD30-04C7-0AF2-E044-AE216F5F7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67B0-35FD-44D3-A3DC-A2A4A7878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087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8B872-9FE1-5B95-A68B-E621731E5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7B45C4-EB71-A28F-FFE9-5477428A8C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A5F426-623D-C734-6E32-3154D193E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167FF-E1C7-40D6-A953-D0151E556448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7C177-332D-E788-EA1B-2E7714AF6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B2BC7-9FFA-C661-F142-5CF3A606F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67B0-35FD-44D3-A3DC-A2A4A7878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224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9BAC70-31B2-C64C-3F7E-8E6698A3E5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04DDFB-AF69-B2A9-5795-A107659315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290625-4657-13F6-E239-AF2D690C3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167FF-E1C7-40D6-A953-D0151E556448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ECCEFE-EE9B-8412-8080-9FECDBA05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DF3A3-A4D9-6023-0DBA-D263BD98C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67B0-35FD-44D3-A3DC-A2A4A7878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547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8E158C-81B5-3923-D84D-6787938AC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0D763C-81C5-9702-6B93-5EF3598217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40928C-4FB7-654E-32C2-E1C1B1C2DE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E167FF-E1C7-40D6-A953-D0151E556448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223B9-6334-1C76-D16C-9F0A1C60C2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70DE6-0EC6-21B9-6B1C-87985F1E9D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9467B0-35FD-44D3-A3DC-A2A4A7878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496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D9B860-FDA0-6161-B85F-B28AA5F145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736" y="748714"/>
            <a:ext cx="5402331" cy="5770420"/>
          </a:xfrm>
        </p:spPr>
        <p:txBody>
          <a:bodyPr>
            <a:normAutofit/>
          </a:bodyPr>
          <a:lstStyle/>
          <a:p>
            <a:pPr algn="l"/>
            <a:endParaRPr lang="en-US" sz="2000" dirty="0"/>
          </a:p>
          <a:p>
            <a:pPr algn="l"/>
            <a:r>
              <a:rPr lang="en-US" sz="2000" b="1" i="1" u="sng" dirty="0"/>
              <a:t>LARS-Enterprise – Milestone Update</a:t>
            </a:r>
          </a:p>
          <a:p>
            <a:pPr algn="l"/>
            <a:r>
              <a:rPr lang="en-US" sz="2000" b="1" i="1" u="sng" dirty="0"/>
              <a:t>September </a:t>
            </a:r>
            <a:r>
              <a:rPr lang="en-US" sz="2000" b="1" i="1" u="sng"/>
              <a:t>– October </a:t>
            </a:r>
            <a:r>
              <a:rPr lang="en-US" sz="2000" b="1" i="1" u="sng" dirty="0"/>
              <a:t>2024</a:t>
            </a:r>
          </a:p>
          <a:p>
            <a:pPr algn="l"/>
            <a:endParaRPr lang="en-US" sz="2000" dirty="0"/>
          </a:p>
          <a:p>
            <a:pPr marL="457200" indent="-457200" algn="l">
              <a:buAutoNum type="arabicPeriod"/>
            </a:pPr>
            <a:r>
              <a:rPr lang="en-US" sz="2000" dirty="0"/>
              <a:t>Significant RAG + Citations Accuracy Improvement – BM25 Indexing Comes to LARS</a:t>
            </a:r>
          </a:p>
          <a:p>
            <a:pPr marL="457200" indent="-457200" algn="l">
              <a:buAutoNum type="arabicPeriod"/>
            </a:pPr>
            <a:endParaRPr lang="en-US" sz="2000" dirty="0"/>
          </a:p>
          <a:p>
            <a:pPr marL="457200" indent="-457200" algn="l">
              <a:buAutoNum type="arabicPeriod"/>
            </a:pPr>
            <a:r>
              <a:rPr lang="en-US" sz="2000" dirty="0"/>
              <a:t>LARS Can Now “See”: Multimodal Vision-LLMs Now Supported by HF-Waitress &amp; LARS</a:t>
            </a:r>
          </a:p>
          <a:p>
            <a:pPr marL="457200" indent="-457200" algn="l">
              <a:buAutoNum type="arabicPeriod"/>
            </a:pPr>
            <a:endParaRPr lang="en-US" sz="2000" dirty="0"/>
          </a:p>
          <a:p>
            <a:pPr marL="457200" indent="-457200" algn="l">
              <a:buAutoNum type="arabicPeriod"/>
            </a:pPr>
            <a:r>
              <a:rPr lang="en-US" sz="2000" dirty="0"/>
              <a:t>LARS Can Now “Show”: Image Generation Models Now Supported by HF-Waitress &amp; LARS</a:t>
            </a:r>
          </a:p>
        </p:txBody>
      </p:sp>
      <p:pic>
        <p:nvPicPr>
          <p:cNvPr id="5" name="Picture 4" descr="A logo with a letter l&#10;&#10;Description automatically generated">
            <a:extLst>
              <a:ext uri="{FF2B5EF4-FFF2-40B4-BE49-F238E27FC236}">
                <a16:creationId xmlns:a16="http://schemas.microsoft.com/office/drawing/2014/main" id="{3D00093F-FC1C-C76C-0812-5CC3147BB4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19" r="5635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83055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94714483-7072-431F-9DBE-87F44E4D4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95892E1-F4A5-4991-AC52-4F417B14A2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CF597F8-76AA-44FA-8E6A-06223B66C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A6E12753-0A63-43EE-B28A-C989D033EA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26FA385-76DA-40E9-9257-AA3E07FF61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262D75CA-F374-4878-8106-3EA5E970D6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938667A5-74E3-4EFD-8C45-F48F47427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31512EE2-F4CC-4E18-9CDA-B92C111224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B99E503B-9B4D-4EE3-A50F-15AC374F61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E2683E3F-F855-4549-84F8-42064EC0F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FC90B1E-0223-4440-AF22-8F32F6F0C7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A2D2E879-0004-4D84-8137-1C09334038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3BE75A2-0D83-4F8E-84CC-D3BCD565B1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E90F7F49-1039-49EF-A9BD-153DB590B6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9E85F508-9EA4-4B4D-8171-648670650E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832F3179-0CD5-40C8-9939-D8355006F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1CE155D-684B-4F5E-B835-C52765E310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04F84AF8-E1A7-41D4-A102-8F87CAE37E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4ED126F1-DB23-4314-B6C7-FE89E3C581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8ACB2B6F-8883-4A00-88DD-98CDDD46B8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B9A2180-808A-4423-BB2B-6464B2900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Picture 4" descr="A logo with a letter l&#10;&#10;Description automatically generated">
            <a:extLst>
              <a:ext uri="{FF2B5EF4-FFF2-40B4-BE49-F238E27FC236}">
                <a16:creationId xmlns:a16="http://schemas.microsoft.com/office/drawing/2014/main" id="{3D00093F-FC1C-C76C-0812-5CC3147BB4D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bg1">
                <a:tint val="45000"/>
                <a:satMod val="400000"/>
              </a:schemeClr>
            </a:duotone>
            <a:alphaModFix amt="25000"/>
          </a:blip>
          <a:srcRect l="7419" r="5635"/>
          <a:stretch/>
        </p:blipFill>
        <p:spPr>
          <a:xfrm>
            <a:off x="3513910" y="29548"/>
            <a:ext cx="5228798" cy="6013845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90D9B860-FDA0-6161-B85F-B28AA5F145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18174" y="3427487"/>
            <a:ext cx="7315200" cy="2615906"/>
          </a:xfrm>
          <a:noFill/>
        </p:spPr>
        <p:txBody>
          <a:bodyPr anchor="t">
            <a:normAutofit/>
          </a:bodyPr>
          <a:lstStyle/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i="1" u="sng" dirty="0">
                <a:solidFill>
                  <a:schemeClr val="bg1"/>
                </a:solidFill>
              </a:rPr>
              <a:t>1. Indexed &amp; Re-Ranked RAG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0377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2" name="Picture 11" descr="A diagram of a standard rag&#10;&#10;Description automatically generated">
            <a:extLst>
              <a:ext uri="{FF2B5EF4-FFF2-40B4-BE49-F238E27FC236}">
                <a16:creationId xmlns:a16="http://schemas.microsoft.com/office/drawing/2014/main" id="{FA978795-1E80-0F83-F9D4-B6F52BC283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1B64A31-0596-11DB-0C43-8E060D15860F}"/>
              </a:ext>
            </a:extLst>
          </p:cNvPr>
          <p:cNvSpPr txBox="1"/>
          <p:nvPr/>
        </p:nvSpPr>
        <p:spPr>
          <a:xfrm>
            <a:off x="8029575" y="4187825"/>
            <a:ext cx="8794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Retrieval</a:t>
            </a:r>
          </a:p>
        </p:txBody>
      </p:sp>
    </p:spTree>
    <p:extLst>
      <p:ext uri="{BB962C8B-B14F-4D97-AF65-F5344CB8AC3E}">
        <p14:creationId xmlns:p14="http://schemas.microsoft.com/office/powerpoint/2010/main" val="1526071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1" name="Content Placeholder 10" descr="A diagram of a computer&#10;&#10;Description automatically generated">
            <a:extLst>
              <a:ext uri="{FF2B5EF4-FFF2-40B4-BE49-F238E27FC236}">
                <a16:creationId xmlns:a16="http://schemas.microsoft.com/office/drawing/2014/main" id="{1995CD3D-DDD7-B9C3-3153-EA9E68ACA4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4A82071-3C77-6CCB-C160-5A0DF745924B}"/>
              </a:ext>
            </a:extLst>
          </p:cNvPr>
          <p:cNvSpPr txBox="1"/>
          <p:nvPr/>
        </p:nvSpPr>
        <p:spPr>
          <a:xfrm>
            <a:off x="933450" y="276225"/>
            <a:ext cx="10325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Lexical-Indexing + Semantic Retrieval + Re-Ranking</a:t>
            </a:r>
          </a:p>
        </p:txBody>
      </p:sp>
    </p:spTree>
    <p:extLst>
      <p:ext uri="{BB962C8B-B14F-4D97-AF65-F5344CB8AC3E}">
        <p14:creationId xmlns:p14="http://schemas.microsoft.com/office/powerpoint/2010/main" val="3451853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94714483-7072-431F-9DBE-87F44E4D4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95892E1-F4A5-4991-AC52-4F417B14A2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CF597F8-76AA-44FA-8E6A-06223B66C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A6E12753-0A63-43EE-B28A-C989D033EA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26FA385-76DA-40E9-9257-AA3E07FF61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262D75CA-F374-4878-8106-3EA5E970D6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938667A5-74E3-4EFD-8C45-F48F47427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31512EE2-F4CC-4E18-9CDA-B92C111224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B99E503B-9B4D-4EE3-A50F-15AC374F61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E2683E3F-F855-4549-84F8-42064EC0F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FC90B1E-0223-4440-AF22-8F32F6F0C7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A2D2E879-0004-4D84-8137-1C09334038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3BE75A2-0D83-4F8E-84CC-D3BCD565B1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E90F7F49-1039-49EF-A9BD-153DB590B6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9E85F508-9EA4-4B4D-8171-648670650E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832F3179-0CD5-40C8-9939-D8355006F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1CE155D-684B-4F5E-B835-C52765E310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04F84AF8-E1A7-41D4-A102-8F87CAE37E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4ED126F1-DB23-4314-B6C7-FE89E3C581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8ACB2B6F-8883-4A00-88DD-98CDDD46B8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B9A2180-808A-4423-BB2B-6464B2900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Picture 4" descr="A logo with a letter l&#10;&#10;Description automatically generated">
            <a:extLst>
              <a:ext uri="{FF2B5EF4-FFF2-40B4-BE49-F238E27FC236}">
                <a16:creationId xmlns:a16="http://schemas.microsoft.com/office/drawing/2014/main" id="{3D00093F-FC1C-C76C-0812-5CC3147BB4D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bg1">
                <a:tint val="45000"/>
                <a:satMod val="400000"/>
              </a:schemeClr>
            </a:duotone>
            <a:alphaModFix amt="25000"/>
          </a:blip>
          <a:srcRect l="7419" r="5635"/>
          <a:stretch/>
        </p:blipFill>
        <p:spPr>
          <a:xfrm>
            <a:off x="3513910" y="29548"/>
            <a:ext cx="5228798" cy="6013845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90D9B860-FDA0-6161-B85F-B28AA5F145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18174" y="3427487"/>
            <a:ext cx="7315200" cy="2615906"/>
          </a:xfrm>
          <a:noFill/>
        </p:spPr>
        <p:txBody>
          <a:bodyPr anchor="t">
            <a:normAutofit/>
          </a:bodyPr>
          <a:lstStyle/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i="1" u="sng" dirty="0">
                <a:solidFill>
                  <a:schemeClr val="bg1"/>
                </a:solidFill>
              </a:rPr>
              <a:t>2. LARS Gets Eyes: Vision Update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7833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60" name="Rectangle 105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2" name="Content Placeholder 2">
            <a:extLst>
              <a:ext uri="{FF2B5EF4-FFF2-40B4-BE49-F238E27FC236}">
                <a16:creationId xmlns:a16="http://schemas.microsoft.com/office/drawing/2014/main" id="{B196FBAB-0EAB-AD2B-0765-11D81054B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lang="en-US" sz="1600" b="0" i="1" dirty="0">
                <a:effectLst/>
                <a:latin typeface="Arial" panose="020B0604020202020204" pitchFamily="34" charset="0"/>
              </a:rPr>
              <a:t>Up here in space</a:t>
            </a:r>
            <a:br>
              <a:rPr lang="en-US" sz="1600" b="0" i="1" dirty="0">
                <a:effectLst/>
                <a:latin typeface="Arial" panose="020B0604020202020204" pitchFamily="34" charset="0"/>
              </a:rPr>
            </a:br>
            <a:r>
              <a:rPr lang="en-US" sz="1600" b="0" i="1" dirty="0">
                <a:effectLst/>
                <a:latin typeface="Arial" panose="020B0604020202020204" pitchFamily="34" charset="0"/>
              </a:rPr>
              <a:t>I'm looking down on you</a:t>
            </a:r>
            <a:br>
              <a:rPr lang="en-US" sz="1600" b="0" i="1" dirty="0">
                <a:effectLst/>
                <a:latin typeface="Arial" panose="020B0604020202020204" pitchFamily="34" charset="0"/>
              </a:rPr>
            </a:br>
            <a:r>
              <a:rPr lang="en-US" sz="1600" b="0" i="1" dirty="0">
                <a:effectLst/>
                <a:latin typeface="Arial" panose="020B0604020202020204" pitchFamily="34" charset="0"/>
              </a:rPr>
              <a:t>My laser's trace</a:t>
            </a:r>
            <a:br>
              <a:rPr lang="en-US" sz="1600" b="0" i="1" dirty="0">
                <a:effectLst/>
                <a:latin typeface="Arial" panose="020B0604020202020204" pitchFamily="34" charset="0"/>
              </a:rPr>
            </a:br>
            <a:r>
              <a:rPr lang="en-US" sz="1600" b="0" i="1" dirty="0">
                <a:effectLst/>
                <a:latin typeface="Arial" panose="020B0604020202020204" pitchFamily="34" charset="0"/>
              </a:rPr>
              <a:t>Everything you do</a:t>
            </a:r>
          </a:p>
          <a:p>
            <a:pPr marL="0" indent="0" algn="l">
              <a:buNone/>
            </a:pPr>
            <a:r>
              <a:rPr lang="en-US" sz="1600" b="0" i="1" dirty="0">
                <a:effectLst/>
                <a:latin typeface="Arial" panose="020B0604020202020204" pitchFamily="34" charset="0"/>
              </a:rPr>
              <a:t>You think you've private lives, think nothing of the kind</a:t>
            </a:r>
            <a:br>
              <a:rPr lang="en-US" sz="1600" b="0" i="1" dirty="0">
                <a:effectLst/>
                <a:latin typeface="Arial" panose="020B0604020202020204" pitchFamily="34" charset="0"/>
              </a:rPr>
            </a:br>
            <a:r>
              <a:rPr lang="en-US" sz="1600" b="0" i="1" dirty="0">
                <a:effectLst/>
                <a:latin typeface="Arial" panose="020B0604020202020204" pitchFamily="34" charset="0"/>
              </a:rPr>
              <a:t>There is no true escape, I'm watching all the time</a:t>
            </a:r>
          </a:p>
          <a:p>
            <a:pPr marL="0" indent="0" algn="l">
              <a:buNone/>
            </a:pPr>
            <a:r>
              <a:rPr lang="en-US" sz="1600" b="0" i="1" dirty="0">
                <a:effectLst/>
                <a:latin typeface="Arial" panose="020B0604020202020204" pitchFamily="34" charset="0"/>
              </a:rPr>
              <a:t>I'm made of metal</a:t>
            </a:r>
            <a:br>
              <a:rPr lang="en-US" sz="1600" b="0" i="1" dirty="0">
                <a:effectLst/>
                <a:latin typeface="Arial" panose="020B0604020202020204" pitchFamily="34" charset="0"/>
              </a:rPr>
            </a:br>
            <a:r>
              <a:rPr lang="en-US" sz="1600" b="0" i="1" dirty="0">
                <a:effectLst/>
                <a:latin typeface="Arial" panose="020B0604020202020204" pitchFamily="34" charset="0"/>
              </a:rPr>
              <a:t>My circuits gleam</a:t>
            </a:r>
            <a:br>
              <a:rPr lang="en-US" sz="1600" b="0" i="1" dirty="0">
                <a:effectLst/>
                <a:latin typeface="Arial" panose="020B0604020202020204" pitchFamily="34" charset="0"/>
              </a:rPr>
            </a:br>
            <a:r>
              <a:rPr lang="en-US" sz="1600" b="0" i="1" dirty="0">
                <a:effectLst/>
                <a:latin typeface="Arial" panose="020B0604020202020204" pitchFamily="34" charset="0"/>
              </a:rPr>
              <a:t>I am perpetual</a:t>
            </a:r>
            <a:br>
              <a:rPr lang="en-US" sz="1600" b="0" i="1" dirty="0">
                <a:effectLst/>
                <a:latin typeface="Arial" panose="020B0604020202020204" pitchFamily="34" charset="0"/>
              </a:rPr>
            </a:br>
            <a:r>
              <a:rPr lang="en-US" sz="1600" b="0" i="1" dirty="0">
                <a:effectLst/>
                <a:latin typeface="Arial" panose="020B0604020202020204" pitchFamily="34" charset="0"/>
              </a:rPr>
              <a:t>I keep the country clean</a:t>
            </a:r>
          </a:p>
          <a:p>
            <a:pPr marL="0" indent="0" algn="l">
              <a:buNone/>
            </a:pPr>
            <a:r>
              <a:rPr lang="en-US" sz="1600" b="0" i="1" dirty="0">
                <a:effectLst/>
                <a:latin typeface="Arial" panose="020B0604020202020204" pitchFamily="34" charset="0"/>
              </a:rPr>
              <a:t>I'm elected electric spy</a:t>
            </a:r>
            <a:br>
              <a:rPr lang="en-US" sz="1600" b="0" i="1" dirty="0">
                <a:effectLst/>
                <a:latin typeface="Arial" panose="020B0604020202020204" pitchFamily="34" charset="0"/>
              </a:rPr>
            </a:br>
            <a:r>
              <a:rPr lang="en-US" sz="1600" b="0" i="1" dirty="0">
                <a:effectLst/>
                <a:latin typeface="Arial" panose="020B0604020202020204" pitchFamily="34" charset="0"/>
              </a:rPr>
              <a:t>I'm protected electric eye</a:t>
            </a:r>
          </a:p>
          <a:p>
            <a:pPr marL="0" indent="0">
              <a:buNone/>
            </a:pPr>
            <a:endParaRPr lang="en-US" sz="2200" i="1" dirty="0"/>
          </a:p>
        </p:txBody>
      </p:sp>
      <p:pic>
        <p:nvPicPr>
          <p:cNvPr id="1026" name="Picture 2" descr="Judas Priest - Electric Eye: listen with lyrics | Deezer">
            <a:extLst>
              <a:ext uri="{FF2B5EF4-FFF2-40B4-BE49-F238E27FC236}">
                <a16:creationId xmlns:a16="http://schemas.microsoft.com/office/drawing/2014/main" id="{62568194-3554-734F-F21E-BC6F753CED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2"/>
          <a:stretch/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6214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94714483-7072-431F-9DBE-87F44E4D4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95892E1-F4A5-4991-AC52-4F417B14A2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CF597F8-76AA-44FA-8E6A-06223B66C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A6E12753-0A63-43EE-B28A-C989D033EA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26FA385-76DA-40E9-9257-AA3E07FF61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262D75CA-F374-4878-8106-3EA5E970D6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938667A5-74E3-4EFD-8C45-F48F47427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31512EE2-F4CC-4E18-9CDA-B92C111224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B99E503B-9B4D-4EE3-A50F-15AC374F61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E2683E3F-F855-4549-84F8-42064EC0F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FC90B1E-0223-4440-AF22-8F32F6F0C7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A2D2E879-0004-4D84-8137-1C09334038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3BE75A2-0D83-4F8E-84CC-D3BCD565B1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E90F7F49-1039-49EF-A9BD-153DB590B6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9E85F508-9EA4-4B4D-8171-648670650E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832F3179-0CD5-40C8-9939-D8355006F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1CE155D-684B-4F5E-B835-C52765E310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04F84AF8-E1A7-41D4-A102-8F87CAE37E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4ED126F1-DB23-4314-B6C7-FE89E3C581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8ACB2B6F-8883-4A00-88DD-98CDDD46B8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B9A2180-808A-4423-BB2B-6464B2900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Picture 4" descr="A logo with a letter l&#10;&#10;Description automatically generated">
            <a:extLst>
              <a:ext uri="{FF2B5EF4-FFF2-40B4-BE49-F238E27FC236}">
                <a16:creationId xmlns:a16="http://schemas.microsoft.com/office/drawing/2014/main" id="{3D00093F-FC1C-C76C-0812-5CC3147BB4D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bg1">
                <a:tint val="45000"/>
                <a:satMod val="400000"/>
              </a:schemeClr>
            </a:duotone>
            <a:alphaModFix amt="25000"/>
          </a:blip>
          <a:srcRect l="7419" r="5635"/>
          <a:stretch/>
        </p:blipFill>
        <p:spPr>
          <a:xfrm>
            <a:off x="3513910" y="29548"/>
            <a:ext cx="5228798" cy="6013845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90D9B860-FDA0-6161-B85F-B28AA5F145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18174" y="3427487"/>
            <a:ext cx="7315200" cy="2615906"/>
          </a:xfrm>
          <a:noFill/>
        </p:spPr>
        <p:txBody>
          <a:bodyPr anchor="t">
            <a:normAutofit/>
          </a:bodyPr>
          <a:lstStyle/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i="1" u="sng" dirty="0">
                <a:solidFill>
                  <a:schemeClr val="bg1"/>
                </a:solidFill>
              </a:rPr>
              <a:t>3. LARS Can Show: Image Generation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8922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tangle 117">
            <a:extLst>
              <a:ext uri="{FF2B5EF4-FFF2-40B4-BE49-F238E27FC236}">
                <a16:creationId xmlns:a16="http://schemas.microsoft.com/office/drawing/2014/main" id="{CFE55B3F-4634-4A41-B146-E6251581E8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501648"/>
          </a:xfrm>
          <a:prstGeom prst="rect">
            <a:avLst/>
          </a:prstGeom>
          <a:solidFill>
            <a:srgbClr val="646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jet flying over the earth&#10;&#10;Description automatically generated">
            <a:extLst>
              <a:ext uri="{FF2B5EF4-FFF2-40B4-BE49-F238E27FC236}">
                <a16:creationId xmlns:a16="http://schemas.microsoft.com/office/drawing/2014/main" id="{7A2F6E4A-2E77-D660-05C8-374FB389C2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17" r="-1" b="-1"/>
          <a:stretch/>
        </p:blipFill>
        <p:spPr>
          <a:xfrm>
            <a:off x="20" y="638177"/>
            <a:ext cx="3017500" cy="5581644"/>
          </a:xfrm>
          <a:prstGeom prst="rect">
            <a:avLst/>
          </a:prstGeom>
        </p:spPr>
      </p:pic>
      <p:pic>
        <p:nvPicPr>
          <p:cNvPr id="9" name="Picture 8" descr="A computer tower with lights on it&#10;&#10;Description automatically generated">
            <a:extLst>
              <a:ext uri="{FF2B5EF4-FFF2-40B4-BE49-F238E27FC236}">
                <a16:creationId xmlns:a16="http://schemas.microsoft.com/office/drawing/2014/main" id="{7CB483E8-B3AD-2084-D13C-13FE9F70E8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41" r="11749" b="2"/>
          <a:stretch/>
        </p:blipFill>
        <p:spPr>
          <a:xfrm>
            <a:off x="3171272" y="638179"/>
            <a:ext cx="5849456" cy="5581644"/>
          </a:xfrm>
          <a:prstGeom prst="rect">
            <a:avLst/>
          </a:prstGeom>
        </p:spPr>
      </p:pic>
      <p:pic>
        <p:nvPicPr>
          <p:cNvPr id="5" name="Content Placeholder 4" descr="A waterfall in a city&#10;&#10;Description automatically generated">
            <a:extLst>
              <a:ext uri="{FF2B5EF4-FFF2-40B4-BE49-F238E27FC236}">
                <a16:creationId xmlns:a16="http://schemas.microsoft.com/office/drawing/2014/main" id="{43A38DDD-E2F0-8524-7E2D-A2027B95B9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15" b="-1"/>
          <a:stretch/>
        </p:blipFill>
        <p:spPr>
          <a:xfrm>
            <a:off x="9174480" y="638178"/>
            <a:ext cx="3017520" cy="5581644"/>
          </a:xfrm>
          <a:prstGeom prst="rect">
            <a:avLst/>
          </a:prstGeom>
        </p:spPr>
      </p:pic>
      <p:sp>
        <p:nvSpPr>
          <p:cNvPr id="117" name="Rectangle 116">
            <a:extLst>
              <a:ext uri="{FF2B5EF4-FFF2-40B4-BE49-F238E27FC236}">
                <a16:creationId xmlns:a16="http://schemas.microsoft.com/office/drawing/2014/main" id="{5CD271E5-55BF-4266-A3A7-CFCC30518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56352"/>
            <a:ext cx="12192000" cy="501648"/>
          </a:xfrm>
          <a:prstGeom prst="rect">
            <a:avLst/>
          </a:prstGeom>
          <a:solidFill>
            <a:srgbClr val="646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42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146</Words>
  <Application>Microsoft Office PowerPoint</Application>
  <PresentationFormat>Widescreen</PresentationFormat>
  <Paragraphs>21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Abheek Gulati</dc:creator>
  <cp:lastModifiedBy>Abheek Gulati</cp:lastModifiedBy>
  <cp:revision>1</cp:revision>
  <dcterms:created xsi:type="dcterms:W3CDTF">2024-10-02T07:44:32Z</dcterms:created>
  <dcterms:modified xsi:type="dcterms:W3CDTF">2024-10-02T17:00:23Z</dcterms:modified>
</cp:coreProperties>
</file>